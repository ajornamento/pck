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</p:sldIdLst>
  <p:sldSz cx="10799763" cy="10799763"/>
  <p:notesSz cx="6858000" cy="9144000"/>
  <p:defaultTextStyle>
    <a:defPPr>
      <a:defRPr lang="ko-KR"/>
    </a:defPPr>
    <a:lvl1pPr marL="0" algn="l" defTabSz="1151961" rtl="0" eaLnBrk="1" latinLnBrk="1" hangingPunct="1">
      <a:defRPr sz="2268" kern="1200">
        <a:solidFill>
          <a:schemeClr val="tx1"/>
        </a:solidFill>
        <a:latin typeface="+mn-lt"/>
        <a:ea typeface="+mn-ea"/>
        <a:cs typeface="+mn-cs"/>
      </a:defRPr>
    </a:lvl1pPr>
    <a:lvl2pPr marL="575981" algn="l" defTabSz="1151961" rtl="0" eaLnBrk="1" latinLnBrk="1" hangingPunct="1">
      <a:defRPr sz="2268" kern="1200">
        <a:solidFill>
          <a:schemeClr val="tx1"/>
        </a:solidFill>
        <a:latin typeface="+mn-lt"/>
        <a:ea typeface="+mn-ea"/>
        <a:cs typeface="+mn-cs"/>
      </a:defRPr>
    </a:lvl2pPr>
    <a:lvl3pPr marL="1151961" algn="l" defTabSz="1151961" rtl="0" eaLnBrk="1" latinLnBrk="1" hangingPunct="1">
      <a:defRPr sz="2268" kern="1200">
        <a:solidFill>
          <a:schemeClr val="tx1"/>
        </a:solidFill>
        <a:latin typeface="+mn-lt"/>
        <a:ea typeface="+mn-ea"/>
        <a:cs typeface="+mn-cs"/>
      </a:defRPr>
    </a:lvl3pPr>
    <a:lvl4pPr marL="1727942" algn="l" defTabSz="1151961" rtl="0" eaLnBrk="1" latinLnBrk="1" hangingPunct="1">
      <a:defRPr sz="2268" kern="1200">
        <a:solidFill>
          <a:schemeClr val="tx1"/>
        </a:solidFill>
        <a:latin typeface="+mn-lt"/>
        <a:ea typeface="+mn-ea"/>
        <a:cs typeface="+mn-cs"/>
      </a:defRPr>
    </a:lvl4pPr>
    <a:lvl5pPr marL="2303922" algn="l" defTabSz="1151961" rtl="0" eaLnBrk="1" latinLnBrk="1" hangingPunct="1">
      <a:defRPr sz="2268" kern="1200">
        <a:solidFill>
          <a:schemeClr val="tx1"/>
        </a:solidFill>
        <a:latin typeface="+mn-lt"/>
        <a:ea typeface="+mn-ea"/>
        <a:cs typeface="+mn-cs"/>
      </a:defRPr>
    </a:lvl5pPr>
    <a:lvl6pPr marL="2879903" algn="l" defTabSz="1151961" rtl="0" eaLnBrk="1" latinLnBrk="1" hangingPunct="1">
      <a:defRPr sz="2268" kern="1200">
        <a:solidFill>
          <a:schemeClr val="tx1"/>
        </a:solidFill>
        <a:latin typeface="+mn-lt"/>
        <a:ea typeface="+mn-ea"/>
        <a:cs typeface="+mn-cs"/>
      </a:defRPr>
    </a:lvl6pPr>
    <a:lvl7pPr marL="3455883" algn="l" defTabSz="1151961" rtl="0" eaLnBrk="1" latinLnBrk="1" hangingPunct="1">
      <a:defRPr sz="2268" kern="1200">
        <a:solidFill>
          <a:schemeClr val="tx1"/>
        </a:solidFill>
        <a:latin typeface="+mn-lt"/>
        <a:ea typeface="+mn-ea"/>
        <a:cs typeface="+mn-cs"/>
      </a:defRPr>
    </a:lvl7pPr>
    <a:lvl8pPr marL="4031864" algn="l" defTabSz="1151961" rtl="0" eaLnBrk="1" latinLnBrk="1" hangingPunct="1">
      <a:defRPr sz="2268" kern="1200">
        <a:solidFill>
          <a:schemeClr val="tx1"/>
        </a:solidFill>
        <a:latin typeface="+mn-lt"/>
        <a:ea typeface="+mn-ea"/>
        <a:cs typeface="+mn-cs"/>
      </a:defRPr>
    </a:lvl8pPr>
    <a:lvl9pPr marL="4607844" algn="l" defTabSz="1151961" rtl="0" eaLnBrk="1" latinLnBrk="1" hangingPunct="1">
      <a:defRPr sz="2268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402" userDrawn="1">
          <p15:clr>
            <a:srgbClr val="A4A3A4"/>
          </p15:clr>
        </p15:guide>
        <p15:guide id="2" pos="34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F6000"/>
    <a:srgbClr val="F6EBD5"/>
    <a:srgbClr val="1F4E79"/>
    <a:srgbClr val="778B69"/>
    <a:srgbClr val="89A675"/>
    <a:srgbClr val="BFD9A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1506" y="0"/>
      </p:cViewPr>
      <p:guideLst>
        <p:guide orient="horz" pos="3402"/>
        <p:guide pos="34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9982" y="1767462"/>
            <a:ext cx="9179799" cy="3759917"/>
          </a:xfrm>
        </p:spPr>
        <p:txBody>
          <a:bodyPr anchor="b"/>
          <a:lstStyle>
            <a:lvl1pPr algn="ctr">
              <a:defRPr sz="7087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9971" y="5672376"/>
            <a:ext cx="8099822" cy="2607442"/>
          </a:xfrm>
        </p:spPr>
        <p:txBody>
          <a:bodyPr/>
          <a:lstStyle>
            <a:lvl1pPr marL="0" indent="0" algn="ctr">
              <a:buNone/>
              <a:defRPr sz="2835"/>
            </a:lvl1pPr>
            <a:lvl2pPr marL="539999" indent="0" algn="ctr">
              <a:buNone/>
              <a:defRPr sz="2362"/>
            </a:lvl2pPr>
            <a:lvl3pPr marL="1079998" indent="0" algn="ctr">
              <a:buNone/>
              <a:defRPr sz="2126"/>
            </a:lvl3pPr>
            <a:lvl4pPr marL="1619997" indent="0" algn="ctr">
              <a:buNone/>
              <a:defRPr sz="1890"/>
            </a:lvl4pPr>
            <a:lvl5pPr marL="2159996" indent="0" algn="ctr">
              <a:buNone/>
              <a:defRPr sz="1890"/>
            </a:lvl5pPr>
            <a:lvl6pPr marL="2699995" indent="0" algn="ctr">
              <a:buNone/>
              <a:defRPr sz="1890"/>
            </a:lvl6pPr>
            <a:lvl7pPr marL="3239994" indent="0" algn="ctr">
              <a:buNone/>
              <a:defRPr sz="1890"/>
            </a:lvl7pPr>
            <a:lvl8pPr marL="3779992" indent="0" algn="ctr">
              <a:buNone/>
              <a:defRPr sz="1890"/>
            </a:lvl8pPr>
            <a:lvl9pPr marL="4319991" indent="0" algn="ctr">
              <a:buNone/>
              <a:defRPr sz="1890"/>
            </a:lvl9pPr>
          </a:lstStyle>
          <a:p>
            <a:r>
              <a:rPr lang="ko-KR" altLang="en-US" smtClean="0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1BBBC-CFFE-4EAA-A25D-96841540C668}" type="datetimeFigureOut">
              <a:rPr lang="ko-KR" altLang="en-US" smtClean="0"/>
              <a:t>2022-08-22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C5EE5-018C-45D1-9474-6C2D335000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8436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1BBBC-CFFE-4EAA-A25D-96841540C668}" type="datetimeFigureOut">
              <a:rPr lang="ko-KR" altLang="en-US" smtClean="0"/>
              <a:t>2022-08-22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C5EE5-018C-45D1-9474-6C2D335000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6695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859" y="2692444"/>
            <a:ext cx="9314796" cy="4492401"/>
          </a:xfrm>
        </p:spPr>
        <p:txBody>
          <a:bodyPr anchor="b"/>
          <a:lstStyle>
            <a:lvl1pPr>
              <a:defRPr sz="7087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859" y="7227345"/>
            <a:ext cx="9314796" cy="2362447"/>
          </a:xfrm>
        </p:spPr>
        <p:txBody>
          <a:bodyPr/>
          <a:lstStyle>
            <a:lvl1pPr marL="0" indent="0">
              <a:buNone/>
              <a:defRPr sz="2835">
                <a:solidFill>
                  <a:schemeClr val="tx1"/>
                </a:solidFill>
              </a:defRPr>
            </a:lvl1pPr>
            <a:lvl2pPr marL="539999" indent="0">
              <a:buNone/>
              <a:defRPr sz="2362">
                <a:solidFill>
                  <a:schemeClr val="tx1">
                    <a:tint val="75000"/>
                  </a:schemeClr>
                </a:solidFill>
              </a:defRPr>
            </a:lvl2pPr>
            <a:lvl3pPr marL="1079998" indent="0">
              <a:buNone/>
              <a:defRPr sz="2126">
                <a:solidFill>
                  <a:schemeClr val="tx1">
                    <a:tint val="75000"/>
                  </a:schemeClr>
                </a:solidFill>
              </a:defRPr>
            </a:lvl3pPr>
            <a:lvl4pPr marL="1619997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4pPr>
            <a:lvl5pPr marL="2159996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5pPr>
            <a:lvl6pPr marL="2699995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6pPr>
            <a:lvl7pPr marL="3239994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7pPr>
            <a:lvl8pPr marL="3779992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8pPr>
            <a:lvl9pPr marL="4319991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1BBBC-CFFE-4EAA-A25D-96841540C668}" type="datetimeFigureOut">
              <a:rPr lang="ko-KR" altLang="en-US" smtClean="0"/>
              <a:t>2022-08-22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C5EE5-018C-45D1-9474-6C2D335000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49239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42484" y="2874937"/>
            <a:ext cx="4589899" cy="6852350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67380" y="2874937"/>
            <a:ext cx="4589899" cy="6852350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1BBBC-CFFE-4EAA-A25D-96841540C668}" type="datetimeFigureOut">
              <a:rPr lang="ko-KR" altLang="en-US" smtClean="0"/>
              <a:t>2022-08-22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C5EE5-018C-45D1-9474-6C2D335000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06250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0" y="574990"/>
            <a:ext cx="9314796" cy="208745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3892" y="2647443"/>
            <a:ext cx="4568805" cy="1297471"/>
          </a:xfrm>
        </p:spPr>
        <p:txBody>
          <a:bodyPr anchor="b"/>
          <a:lstStyle>
            <a:lvl1pPr marL="0" indent="0">
              <a:buNone/>
              <a:defRPr sz="2835" b="1"/>
            </a:lvl1pPr>
            <a:lvl2pPr marL="539999" indent="0">
              <a:buNone/>
              <a:defRPr sz="2362" b="1"/>
            </a:lvl2pPr>
            <a:lvl3pPr marL="1079998" indent="0">
              <a:buNone/>
              <a:defRPr sz="2126" b="1"/>
            </a:lvl3pPr>
            <a:lvl4pPr marL="1619997" indent="0">
              <a:buNone/>
              <a:defRPr sz="1890" b="1"/>
            </a:lvl4pPr>
            <a:lvl5pPr marL="2159996" indent="0">
              <a:buNone/>
              <a:defRPr sz="1890" b="1"/>
            </a:lvl5pPr>
            <a:lvl6pPr marL="2699995" indent="0">
              <a:buNone/>
              <a:defRPr sz="1890" b="1"/>
            </a:lvl6pPr>
            <a:lvl7pPr marL="3239994" indent="0">
              <a:buNone/>
              <a:defRPr sz="1890" b="1"/>
            </a:lvl7pPr>
            <a:lvl8pPr marL="3779992" indent="0">
              <a:buNone/>
              <a:defRPr sz="1890" b="1"/>
            </a:lvl8pPr>
            <a:lvl9pPr marL="4319991" indent="0">
              <a:buNone/>
              <a:defRPr sz="189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3892" y="3944914"/>
            <a:ext cx="4568805" cy="5802373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67381" y="2647443"/>
            <a:ext cx="4591306" cy="1297471"/>
          </a:xfrm>
        </p:spPr>
        <p:txBody>
          <a:bodyPr anchor="b"/>
          <a:lstStyle>
            <a:lvl1pPr marL="0" indent="0">
              <a:buNone/>
              <a:defRPr sz="2835" b="1"/>
            </a:lvl1pPr>
            <a:lvl2pPr marL="539999" indent="0">
              <a:buNone/>
              <a:defRPr sz="2362" b="1"/>
            </a:lvl2pPr>
            <a:lvl3pPr marL="1079998" indent="0">
              <a:buNone/>
              <a:defRPr sz="2126" b="1"/>
            </a:lvl3pPr>
            <a:lvl4pPr marL="1619997" indent="0">
              <a:buNone/>
              <a:defRPr sz="1890" b="1"/>
            </a:lvl4pPr>
            <a:lvl5pPr marL="2159996" indent="0">
              <a:buNone/>
              <a:defRPr sz="1890" b="1"/>
            </a:lvl5pPr>
            <a:lvl6pPr marL="2699995" indent="0">
              <a:buNone/>
              <a:defRPr sz="1890" b="1"/>
            </a:lvl6pPr>
            <a:lvl7pPr marL="3239994" indent="0">
              <a:buNone/>
              <a:defRPr sz="1890" b="1"/>
            </a:lvl7pPr>
            <a:lvl8pPr marL="3779992" indent="0">
              <a:buNone/>
              <a:defRPr sz="1890" b="1"/>
            </a:lvl8pPr>
            <a:lvl9pPr marL="4319991" indent="0">
              <a:buNone/>
              <a:defRPr sz="189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67381" y="3944914"/>
            <a:ext cx="4591306" cy="5802373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1BBBC-CFFE-4EAA-A25D-96841540C668}" type="datetimeFigureOut">
              <a:rPr lang="ko-KR" altLang="en-US" smtClean="0"/>
              <a:t>2022-08-22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C5EE5-018C-45D1-9474-6C2D335000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2024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1BBBC-CFFE-4EAA-A25D-96841540C668}" type="datetimeFigureOut">
              <a:rPr lang="ko-KR" altLang="en-US" smtClean="0"/>
              <a:t>2022-08-22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C5EE5-018C-45D1-9474-6C2D335000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35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1BBBC-CFFE-4EAA-A25D-96841540C668}" type="datetimeFigureOut">
              <a:rPr lang="ko-KR" altLang="en-US" smtClean="0"/>
              <a:t>2022-08-22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C5EE5-018C-45D1-9474-6C2D335000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46248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0" y="719984"/>
            <a:ext cx="3483205" cy="2519945"/>
          </a:xfrm>
        </p:spPr>
        <p:txBody>
          <a:bodyPr anchor="b"/>
          <a:lstStyle>
            <a:lvl1pPr>
              <a:defRPr sz="378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1306" y="1554968"/>
            <a:ext cx="5467380" cy="7674832"/>
          </a:xfrm>
        </p:spPr>
        <p:txBody>
          <a:bodyPr/>
          <a:lstStyle>
            <a:lvl1pPr>
              <a:defRPr sz="3780"/>
            </a:lvl1pPr>
            <a:lvl2pPr>
              <a:defRPr sz="3307"/>
            </a:lvl2pPr>
            <a:lvl3pPr>
              <a:defRPr sz="2835"/>
            </a:lvl3pPr>
            <a:lvl4pPr>
              <a:defRPr sz="2362"/>
            </a:lvl4pPr>
            <a:lvl5pPr>
              <a:defRPr sz="2362"/>
            </a:lvl5pPr>
            <a:lvl6pPr>
              <a:defRPr sz="2362"/>
            </a:lvl6pPr>
            <a:lvl7pPr>
              <a:defRPr sz="2362"/>
            </a:lvl7pPr>
            <a:lvl8pPr>
              <a:defRPr sz="2362"/>
            </a:lvl8pPr>
            <a:lvl9pPr>
              <a:defRPr sz="2362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3890" y="3239929"/>
            <a:ext cx="3483205" cy="6002369"/>
          </a:xfrm>
        </p:spPr>
        <p:txBody>
          <a:bodyPr/>
          <a:lstStyle>
            <a:lvl1pPr marL="0" indent="0">
              <a:buNone/>
              <a:defRPr sz="1890"/>
            </a:lvl1pPr>
            <a:lvl2pPr marL="539999" indent="0">
              <a:buNone/>
              <a:defRPr sz="1654"/>
            </a:lvl2pPr>
            <a:lvl3pPr marL="1079998" indent="0">
              <a:buNone/>
              <a:defRPr sz="1417"/>
            </a:lvl3pPr>
            <a:lvl4pPr marL="1619997" indent="0">
              <a:buNone/>
              <a:defRPr sz="1181"/>
            </a:lvl4pPr>
            <a:lvl5pPr marL="2159996" indent="0">
              <a:buNone/>
              <a:defRPr sz="1181"/>
            </a:lvl5pPr>
            <a:lvl6pPr marL="2699995" indent="0">
              <a:buNone/>
              <a:defRPr sz="1181"/>
            </a:lvl6pPr>
            <a:lvl7pPr marL="3239994" indent="0">
              <a:buNone/>
              <a:defRPr sz="1181"/>
            </a:lvl7pPr>
            <a:lvl8pPr marL="3779992" indent="0">
              <a:buNone/>
              <a:defRPr sz="1181"/>
            </a:lvl8pPr>
            <a:lvl9pPr marL="4319991" indent="0">
              <a:buNone/>
              <a:defRPr sz="118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1BBBC-CFFE-4EAA-A25D-96841540C668}" type="datetimeFigureOut">
              <a:rPr lang="ko-KR" altLang="en-US" smtClean="0"/>
              <a:t>2022-08-22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C5EE5-018C-45D1-9474-6C2D335000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71342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0" y="719984"/>
            <a:ext cx="3483205" cy="2519945"/>
          </a:xfrm>
        </p:spPr>
        <p:txBody>
          <a:bodyPr anchor="b"/>
          <a:lstStyle>
            <a:lvl1pPr>
              <a:defRPr sz="378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91306" y="1554968"/>
            <a:ext cx="5467380" cy="7674832"/>
          </a:xfrm>
        </p:spPr>
        <p:txBody>
          <a:bodyPr anchor="t"/>
          <a:lstStyle>
            <a:lvl1pPr marL="0" indent="0">
              <a:buNone/>
              <a:defRPr sz="3780"/>
            </a:lvl1pPr>
            <a:lvl2pPr marL="539999" indent="0">
              <a:buNone/>
              <a:defRPr sz="3307"/>
            </a:lvl2pPr>
            <a:lvl3pPr marL="1079998" indent="0">
              <a:buNone/>
              <a:defRPr sz="2835"/>
            </a:lvl3pPr>
            <a:lvl4pPr marL="1619997" indent="0">
              <a:buNone/>
              <a:defRPr sz="2362"/>
            </a:lvl4pPr>
            <a:lvl5pPr marL="2159996" indent="0">
              <a:buNone/>
              <a:defRPr sz="2362"/>
            </a:lvl5pPr>
            <a:lvl6pPr marL="2699995" indent="0">
              <a:buNone/>
              <a:defRPr sz="2362"/>
            </a:lvl6pPr>
            <a:lvl7pPr marL="3239994" indent="0">
              <a:buNone/>
              <a:defRPr sz="2362"/>
            </a:lvl7pPr>
            <a:lvl8pPr marL="3779992" indent="0">
              <a:buNone/>
              <a:defRPr sz="2362"/>
            </a:lvl8pPr>
            <a:lvl9pPr marL="4319991" indent="0">
              <a:buNone/>
              <a:defRPr sz="2362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3890" y="3239929"/>
            <a:ext cx="3483205" cy="6002369"/>
          </a:xfrm>
        </p:spPr>
        <p:txBody>
          <a:bodyPr/>
          <a:lstStyle>
            <a:lvl1pPr marL="0" indent="0">
              <a:buNone/>
              <a:defRPr sz="1890"/>
            </a:lvl1pPr>
            <a:lvl2pPr marL="539999" indent="0">
              <a:buNone/>
              <a:defRPr sz="1654"/>
            </a:lvl2pPr>
            <a:lvl3pPr marL="1079998" indent="0">
              <a:buNone/>
              <a:defRPr sz="1417"/>
            </a:lvl3pPr>
            <a:lvl4pPr marL="1619997" indent="0">
              <a:buNone/>
              <a:defRPr sz="1181"/>
            </a:lvl4pPr>
            <a:lvl5pPr marL="2159996" indent="0">
              <a:buNone/>
              <a:defRPr sz="1181"/>
            </a:lvl5pPr>
            <a:lvl6pPr marL="2699995" indent="0">
              <a:buNone/>
              <a:defRPr sz="1181"/>
            </a:lvl6pPr>
            <a:lvl7pPr marL="3239994" indent="0">
              <a:buNone/>
              <a:defRPr sz="1181"/>
            </a:lvl7pPr>
            <a:lvl8pPr marL="3779992" indent="0">
              <a:buNone/>
              <a:defRPr sz="1181"/>
            </a:lvl8pPr>
            <a:lvl9pPr marL="4319991" indent="0">
              <a:buNone/>
              <a:defRPr sz="118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1BBBC-CFFE-4EAA-A25D-96841540C668}" type="datetimeFigureOut">
              <a:rPr lang="ko-KR" altLang="en-US" smtClean="0"/>
              <a:t>2022-08-22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C5EE5-018C-45D1-9474-6C2D335000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84442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1BBBC-CFFE-4EAA-A25D-96841540C668}" type="datetimeFigureOut">
              <a:rPr lang="ko-KR" altLang="en-US" smtClean="0"/>
              <a:t>2022-08-22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C5EE5-018C-45D1-9474-6C2D335000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9438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728581" y="574987"/>
            <a:ext cx="2328699" cy="9152300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484" y="574987"/>
            <a:ext cx="6851100" cy="9152300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1BBBC-CFFE-4EAA-A25D-96841540C668}" type="datetimeFigureOut">
              <a:rPr lang="ko-KR" altLang="en-US" smtClean="0"/>
              <a:t>2022-08-22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C5EE5-018C-45D1-9474-6C2D335000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9430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42484" y="574990"/>
            <a:ext cx="9314796" cy="20874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2484" y="2874937"/>
            <a:ext cx="9314796" cy="6852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2484" y="10009783"/>
            <a:ext cx="2429947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1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41BBBC-CFFE-4EAA-A25D-96841540C668}" type="datetimeFigureOut">
              <a:rPr lang="ko-KR" altLang="en-US" smtClean="0"/>
              <a:t>2022-08-22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77422" y="10009783"/>
            <a:ext cx="3644920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1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7332" y="10009783"/>
            <a:ext cx="2429947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1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BC5EE5-018C-45D1-9474-6C2D335000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61928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079998" rtl="0" eaLnBrk="1" latinLnBrk="1" hangingPunct="1">
        <a:lnSpc>
          <a:spcPct val="90000"/>
        </a:lnSpc>
        <a:spcBef>
          <a:spcPct val="0"/>
        </a:spcBef>
        <a:buNone/>
        <a:defRPr sz="519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9999" indent="-269999" algn="l" defTabSz="1079998" rtl="0" eaLnBrk="1" latinLnBrk="1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3307" kern="1200">
          <a:solidFill>
            <a:schemeClr val="tx1"/>
          </a:solidFill>
          <a:latin typeface="+mn-lt"/>
          <a:ea typeface="+mn-ea"/>
          <a:cs typeface="+mn-cs"/>
        </a:defRPr>
      </a:lvl1pPr>
      <a:lvl2pPr marL="809998" indent="-269999" algn="l" defTabSz="1079998" rtl="0" eaLnBrk="1" latinLnBrk="1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2pPr>
      <a:lvl3pPr marL="1349997" indent="-269999" algn="l" defTabSz="1079998" rtl="0" eaLnBrk="1" latinLnBrk="1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3pPr>
      <a:lvl4pPr marL="1889996" indent="-269999" algn="l" defTabSz="1079998" rtl="0" eaLnBrk="1" latinLnBrk="1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4pPr>
      <a:lvl5pPr marL="2429995" indent="-269999" algn="l" defTabSz="1079998" rtl="0" eaLnBrk="1" latinLnBrk="1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5pPr>
      <a:lvl6pPr marL="2969994" indent="-269999" algn="l" defTabSz="1079998" rtl="0" eaLnBrk="1" latinLnBrk="1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6pPr>
      <a:lvl7pPr marL="3509993" indent="-269999" algn="l" defTabSz="1079998" rtl="0" eaLnBrk="1" latinLnBrk="1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7pPr>
      <a:lvl8pPr marL="4049992" indent="-269999" algn="l" defTabSz="1079998" rtl="0" eaLnBrk="1" latinLnBrk="1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8pPr>
      <a:lvl9pPr marL="4589991" indent="-269999" algn="l" defTabSz="1079998" rtl="0" eaLnBrk="1" latinLnBrk="1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79998" rtl="0" eaLnBrk="1" latinLnBrk="1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1pPr>
      <a:lvl2pPr marL="539999" algn="l" defTabSz="1079998" rtl="0" eaLnBrk="1" latinLnBrk="1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2pPr>
      <a:lvl3pPr marL="1079998" algn="l" defTabSz="1079998" rtl="0" eaLnBrk="1" latinLnBrk="1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3pPr>
      <a:lvl4pPr marL="1619997" algn="l" defTabSz="1079998" rtl="0" eaLnBrk="1" latinLnBrk="1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4pPr>
      <a:lvl5pPr marL="2159996" algn="l" defTabSz="1079998" rtl="0" eaLnBrk="1" latinLnBrk="1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5pPr>
      <a:lvl6pPr marL="2699995" algn="l" defTabSz="1079998" rtl="0" eaLnBrk="1" latinLnBrk="1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6pPr>
      <a:lvl7pPr marL="3239994" algn="l" defTabSz="1079998" rtl="0" eaLnBrk="1" latinLnBrk="1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7pPr>
      <a:lvl8pPr marL="3779992" algn="l" defTabSz="1079998" rtl="0" eaLnBrk="1" latinLnBrk="1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8pPr>
      <a:lvl9pPr marL="4319991" algn="l" defTabSz="1079998" rtl="0" eaLnBrk="1" latinLnBrk="1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50000"/>
            <a:alpha val="6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793" y="419100"/>
            <a:ext cx="10799763" cy="889000"/>
          </a:xfrm>
          <a:prstGeom prst="rect">
            <a:avLst/>
          </a:prstGeom>
          <a:solidFill>
            <a:srgbClr val="778B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500" spc="-200" dirty="0">
                <a:latin typeface="KBIZ한마음고딕 L" panose="02020503020101020101" pitchFamily="18" charset="-127"/>
                <a:ea typeface="KBIZ한마음고딕 L" panose="02020503020101020101" pitchFamily="18" charset="-127"/>
              </a:rPr>
              <a:t>평화를 위하여 일하는 사람은 행복하다</a:t>
            </a:r>
            <a:r>
              <a:rPr lang="en-US" altLang="ko-KR" sz="2500" spc="-200" dirty="0" smtClean="0">
                <a:latin typeface="KBIZ한마음고딕 L" panose="02020503020101020101" pitchFamily="18" charset="-127"/>
                <a:ea typeface="KBIZ한마음고딕 L" panose="02020503020101020101" pitchFamily="18" charset="-127"/>
              </a:rPr>
              <a:t>. </a:t>
            </a:r>
            <a:r>
              <a:rPr lang="ko-KR" altLang="en-US" sz="2500" spc="-200" dirty="0" smtClean="0">
                <a:latin typeface="KBIZ한마음고딕 L" panose="02020503020101020101" pitchFamily="18" charset="-127"/>
                <a:ea typeface="KBIZ한마음고딕 L" panose="02020503020101020101" pitchFamily="18" charset="-127"/>
              </a:rPr>
              <a:t>그들은 </a:t>
            </a:r>
            <a:r>
              <a:rPr lang="ko-KR" altLang="en-US" sz="2500" spc="-200" dirty="0">
                <a:latin typeface="KBIZ한마음고딕 L" panose="02020503020101020101" pitchFamily="18" charset="-127"/>
                <a:ea typeface="KBIZ한마음고딕 L" panose="02020503020101020101" pitchFamily="18" charset="-127"/>
              </a:rPr>
              <a:t>하느님의 자녀가 될 것이다</a:t>
            </a:r>
            <a:r>
              <a:rPr lang="en-US" altLang="ko-KR" sz="2500" spc="-200" dirty="0" smtClean="0">
                <a:latin typeface="KBIZ한마음고딕 L" panose="02020503020101020101" pitchFamily="18" charset="-127"/>
                <a:ea typeface="KBIZ한마음고딕 L" panose="02020503020101020101" pitchFamily="18" charset="-127"/>
              </a:rPr>
              <a:t>.</a:t>
            </a:r>
            <a:r>
              <a:rPr lang="ko-KR" altLang="en-US" sz="2500" spc="-200" dirty="0">
                <a:latin typeface="KBIZ한마음고딕 L" panose="02020503020101020101" pitchFamily="18" charset="-127"/>
                <a:ea typeface="KBIZ한마음고딕 L" panose="02020503020101020101" pitchFamily="18" charset="-127"/>
              </a:rPr>
              <a:t> </a:t>
            </a:r>
            <a:r>
              <a:rPr lang="en-US" altLang="ko-KR" sz="2500" spc="-200" dirty="0" smtClean="0">
                <a:latin typeface="KBIZ한마음고딕 L" panose="02020503020101020101" pitchFamily="18" charset="-127"/>
                <a:ea typeface="KBIZ한마음고딕 L" panose="02020503020101020101" pitchFamily="18" charset="-127"/>
              </a:rPr>
              <a:t>(</a:t>
            </a:r>
            <a:r>
              <a:rPr lang="ko-KR" altLang="en-US" sz="2500" spc="-200" dirty="0">
                <a:latin typeface="KBIZ한마음고딕 L" panose="02020503020101020101" pitchFamily="18" charset="-127"/>
                <a:ea typeface="KBIZ한마음고딕 L" panose="02020503020101020101" pitchFamily="18" charset="-127"/>
              </a:rPr>
              <a:t>마태 </a:t>
            </a:r>
            <a:r>
              <a:rPr lang="en-US" altLang="ko-KR" sz="2500" spc="-200" dirty="0">
                <a:latin typeface="KBIZ한마음고딕 L" panose="02020503020101020101" pitchFamily="18" charset="-127"/>
                <a:ea typeface="KBIZ한마음고딕 L" panose="02020503020101020101" pitchFamily="18" charset="-127"/>
              </a:rPr>
              <a:t>5,9</a:t>
            </a:r>
            <a:r>
              <a:rPr lang="en-US" altLang="ko-KR" sz="2500" spc="-200" dirty="0" smtClean="0">
                <a:latin typeface="KBIZ한마음고딕 L" panose="02020503020101020101" pitchFamily="18" charset="-127"/>
                <a:ea typeface="KBIZ한마음고딕 L" panose="02020503020101020101" pitchFamily="18" charset="-127"/>
              </a:rPr>
              <a:t>)</a:t>
            </a:r>
          </a:p>
          <a:p>
            <a:pPr algn="ctr"/>
            <a:r>
              <a:rPr lang="en-US" altLang="ko-KR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Blessed are the peacemakers, for they will be called children of God</a:t>
            </a:r>
            <a:r>
              <a:rPr lang="en-US" altLang="ko-KR" dirty="0" smtClean="0">
                <a:solidFill>
                  <a:schemeClr val="accent1">
                    <a:lumMod val="20000"/>
                    <a:lumOff val="80000"/>
                  </a:schemeClr>
                </a:solidFill>
              </a:rPr>
              <a:t>.</a:t>
            </a:r>
            <a:r>
              <a:rPr lang="en-US" altLang="ko-KR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</a:t>
            </a:r>
            <a:r>
              <a:rPr lang="en-US" altLang="ko-KR" dirty="0" smtClean="0">
                <a:solidFill>
                  <a:schemeClr val="accent1">
                    <a:lumMod val="20000"/>
                    <a:lumOff val="80000"/>
                  </a:schemeClr>
                </a:solidFill>
              </a:rPr>
              <a:t>(Mt 5,9)</a:t>
            </a:r>
            <a:endParaRPr lang="en-US" altLang="ko-KR" sz="2500" spc="-200" dirty="0">
              <a:solidFill>
                <a:schemeClr val="accent1">
                  <a:lumMod val="20000"/>
                  <a:lumOff val="80000"/>
                </a:schemeClr>
              </a:solidFill>
              <a:latin typeface="KBIZ한마음고딕 L" panose="02020503020101020101" pitchFamily="18" charset="-127"/>
              <a:ea typeface="KBIZ한마음고딕 L" panose="02020503020101020101" pitchFamily="18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226773" y="10172700"/>
            <a:ext cx="14253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2000" dirty="0" smtClean="0">
                <a:solidFill>
                  <a:schemeClr val="bg1"/>
                </a:solidFill>
                <a:latin typeface="+mj-ea"/>
                <a:ea typeface="+mj-ea"/>
              </a:rPr>
              <a:t>2022.08.24</a:t>
            </a:r>
            <a:endParaRPr lang="ko-KR" altLang="en-US" sz="20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8273" y="2829962"/>
            <a:ext cx="8224800" cy="40435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03091" y="7637372"/>
            <a:ext cx="8795165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3800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Baskerville Old Face" panose="02020602080505020303" pitchFamily="18" charset="0"/>
              </a:rPr>
              <a:t>News Letter</a:t>
            </a:r>
            <a:endParaRPr lang="ko-KR" altLang="en-US" sz="13800" dirty="0">
              <a:solidFill>
                <a:schemeClr val="accent6">
                  <a:lumMod val="20000"/>
                  <a:lumOff val="80000"/>
                </a:schemeClr>
              </a:solidFill>
              <a:latin typeface="Baskerville Old Face" panose="020206020805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16932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793" y="0"/>
            <a:ext cx="10799763" cy="1308100"/>
          </a:xfrm>
          <a:prstGeom prst="rect">
            <a:avLst/>
          </a:prstGeom>
          <a:solidFill>
            <a:srgbClr val="778B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0000" rtlCol="0" anchor="ctr"/>
          <a:lstStyle/>
          <a:p>
            <a:pPr algn="r"/>
            <a:r>
              <a:rPr lang="en-US" altLang="ko-KR" sz="2500" b="1" spc="-200" dirty="0" err="1" smtClean="0">
                <a:latin typeface="KBIZ한마음고딕 L" panose="02020503020101020101" pitchFamily="18" charset="-127"/>
                <a:ea typeface="KBIZ한마음고딕 L" panose="02020503020101020101" pitchFamily="18" charset="-127"/>
              </a:rPr>
              <a:t>Pax</a:t>
            </a:r>
            <a:r>
              <a:rPr lang="en-US" altLang="ko-KR" sz="2500" b="1" spc="-200" dirty="0" smtClean="0">
                <a:latin typeface="KBIZ한마음고딕 L" panose="02020503020101020101" pitchFamily="18" charset="-127"/>
                <a:ea typeface="KBIZ한마음고딕 L" panose="02020503020101020101" pitchFamily="18" charset="-127"/>
              </a:rPr>
              <a:t> Christi International </a:t>
            </a:r>
            <a:r>
              <a:rPr lang="ko-KR" altLang="en-US" sz="2500" b="1" spc="-200" dirty="0" smtClean="0">
                <a:latin typeface="KBIZ한마음고딕 L" panose="02020503020101020101" pitchFamily="18" charset="-127"/>
                <a:ea typeface="KBIZ한마음고딕 L" panose="02020503020101020101" pitchFamily="18" charset="-127"/>
              </a:rPr>
              <a:t>공동대표 </a:t>
            </a:r>
            <a:r>
              <a:rPr lang="ko-KR" altLang="en-US" sz="2500" b="1" spc="-200" dirty="0" err="1" smtClean="0">
                <a:latin typeface="KBIZ한마음고딕 L" panose="02020503020101020101" pitchFamily="18" charset="-127"/>
                <a:ea typeface="KBIZ한마음고딕 L" panose="02020503020101020101" pitchFamily="18" charset="-127"/>
              </a:rPr>
              <a:t>와무유</a:t>
            </a:r>
            <a:r>
              <a:rPr lang="ko-KR" altLang="en-US" sz="2500" b="1" spc="-200" dirty="0" smtClean="0">
                <a:latin typeface="KBIZ한마음고딕 L" panose="02020503020101020101" pitchFamily="18" charset="-127"/>
                <a:ea typeface="KBIZ한마음고딕 L" panose="02020503020101020101" pitchFamily="18" charset="-127"/>
              </a:rPr>
              <a:t> </a:t>
            </a:r>
            <a:r>
              <a:rPr lang="ko-KR" altLang="en-US" sz="2500" b="1" spc="-200" dirty="0" err="1" smtClean="0">
                <a:latin typeface="KBIZ한마음고딕 L" panose="02020503020101020101" pitchFamily="18" charset="-127"/>
                <a:ea typeface="KBIZ한마음고딕 L" panose="02020503020101020101" pitchFamily="18" charset="-127"/>
              </a:rPr>
              <a:t>와키라</a:t>
            </a:r>
            <a:r>
              <a:rPr lang="ko-KR" altLang="en-US" sz="2500" b="1" spc="-200" dirty="0" smtClean="0">
                <a:latin typeface="KBIZ한마음고딕 L" panose="02020503020101020101" pitchFamily="18" charset="-127"/>
                <a:ea typeface="KBIZ한마음고딕 L" panose="02020503020101020101" pitchFamily="18" charset="-127"/>
              </a:rPr>
              <a:t> 수녀님 내한 기자 간담회</a:t>
            </a:r>
            <a:endParaRPr lang="en-US" altLang="ko-KR" sz="2500" b="1" spc="-200" dirty="0" smtClean="0">
              <a:latin typeface="KBIZ한마음고딕 L" panose="02020503020101020101" pitchFamily="18" charset="-127"/>
              <a:ea typeface="KBIZ한마음고딕 L" panose="02020503020101020101" pitchFamily="18" charset="-127"/>
            </a:endParaRPr>
          </a:p>
          <a:p>
            <a:pPr algn="r"/>
            <a:endParaRPr lang="en-US" altLang="ko-KR" sz="1800" b="1" spc="-200" dirty="0" smtClean="0">
              <a:solidFill>
                <a:schemeClr val="accent1">
                  <a:lumMod val="20000"/>
                  <a:lumOff val="80000"/>
                </a:schemeClr>
              </a:solidFill>
              <a:latin typeface="KBIZ한마음고딕 L" panose="02020503020101020101" pitchFamily="18" charset="-127"/>
              <a:ea typeface="KBIZ한마음고딕 L" panose="02020503020101020101" pitchFamily="18" charset="-127"/>
            </a:endParaRPr>
          </a:p>
          <a:p>
            <a:pPr algn="r"/>
            <a:r>
              <a:rPr lang="en-US" altLang="ko-KR" sz="1800" b="1" spc="-200" dirty="0" smtClean="0">
                <a:solidFill>
                  <a:schemeClr val="accent1">
                    <a:lumMod val="20000"/>
                    <a:lumOff val="80000"/>
                  </a:schemeClr>
                </a:solidFill>
                <a:latin typeface="KBIZ한마음고딕 L" panose="02020503020101020101" pitchFamily="18" charset="-127"/>
                <a:ea typeface="KBIZ한마음고딕 L" panose="02020503020101020101" pitchFamily="18" charset="-127"/>
              </a:rPr>
              <a:t>2022</a:t>
            </a:r>
            <a:r>
              <a:rPr lang="ko-KR" altLang="en-US" sz="1800" b="1" spc="-200" dirty="0" smtClean="0">
                <a:solidFill>
                  <a:schemeClr val="accent1">
                    <a:lumMod val="20000"/>
                    <a:lumOff val="80000"/>
                  </a:schemeClr>
                </a:solidFill>
                <a:latin typeface="KBIZ한마음고딕 L" panose="02020503020101020101" pitchFamily="18" charset="-127"/>
                <a:ea typeface="KBIZ한마음고딕 L" panose="02020503020101020101" pitchFamily="18" charset="-127"/>
              </a:rPr>
              <a:t>년 </a:t>
            </a:r>
            <a:r>
              <a:rPr lang="en-US" altLang="ko-KR" sz="1800" b="1" spc="-200" dirty="0" smtClean="0">
                <a:solidFill>
                  <a:schemeClr val="accent1">
                    <a:lumMod val="20000"/>
                    <a:lumOff val="80000"/>
                  </a:schemeClr>
                </a:solidFill>
                <a:latin typeface="KBIZ한마음고딕 L" panose="02020503020101020101" pitchFamily="18" charset="-127"/>
                <a:ea typeface="KBIZ한마음고딕 L" panose="02020503020101020101" pitchFamily="18" charset="-127"/>
              </a:rPr>
              <a:t>8</a:t>
            </a:r>
            <a:r>
              <a:rPr lang="ko-KR" altLang="en-US" sz="1800" b="1" spc="-200" dirty="0" smtClean="0">
                <a:solidFill>
                  <a:schemeClr val="accent1">
                    <a:lumMod val="20000"/>
                    <a:lumOff val="80000"/>
                  </a:schemeClr>
                </a:solidFill>
                <a:latin typeface="KBIZ한마음고딕 L" panose="02020503020101020101" pitchFamily="18" charset="-127"/>
                <a:ea typeface="KBIZ한마음고딕 L" panose="02020503020101020101" pitchFamily="18" charset="-127"/>
              </a:rPr>
              <a:t>월 </a:t>
            </a:r>
            <a:r>
              <a:rPr lang="en-US" altLang="ko-KR" sz="1800" b="1" spc="-200" dirty="0" smtClean="0">
                <a:solidFill>
                  <a:schemeClr val="accent1">
                    <a:lumMod val="20000"/>
                    <a:lumOff val="80000"/>
                  </a:schemeClr>
                </a:solidFill>
                <a:latin typeface="KBIZ한마음고딕 L" panose="02020503020101020101" pitchFamily="18" charset="-127"/>
                <a:ea typeface="KBIZ한마음고딕 L" panose="02020503020101020101" pitchFamily="18" charset="-127"/>
              </a:rPr>
              <a:t>19</a:t>
            </a:r>
            <a:r>
              <a:rPr lang="ko-KR" altLang="en-US" sz="1800" b="1" spc="-200" dirty="0" smtClean="0">
                <a:solidFill>
                  <a:schemeClr val="accent1">
                    <a:lumMod val="20000"/>
                    <a:lumOff val="80000"/>
                  </a:schemeClr>
                </a:solidFill>
                <a:latin typeface="KBIZ한마음고딕 L" panose="02020503020101020101" pitchFamily="18" charset="-127"/>
                <a:ea typeface="KBIZ한마음고딕 L" panose="02020503020101020101" pitchFamily="18" charset="-127"/>
              </a:rPr>
              <a:t>일</a:t>
            </a:r>
            <a:r>
              <a:rPr lang="en-US" altLang="ko-KR" sz="1800" b="1" spc="-200" dirty="0" smtClean="0">
                <a:solidFill>
                  <a:schemeClr val="accent1">
                    <a:lumMod val="20000"/>
                    <a:lumOff val="80000"/>
                  </a:schemeClr>
                </a:solidFill>
                <a:latin typeface="KBIZ한마음고딕 L" panose="02020503020101020101" pitchFamily="18" charset="-127"/>
                <a:ea typeface="KBIZ한마음고딕 L" panose="02020503020101020101" pitchFamily="18" charset="-127"/>
              </a:rPr>
              <a:t>(</a:t>
            </a:r>
            <a:r>
              <a:rPr lang="ko-KR" altLang="en-US" sz="1800" b="1" spc="-200" dirty="0" smtClean="0">
                <a:solidFill>
                  <a:schemeClr val="accent1">
                    <a:lumMod val="20000"/>
                    <a:lumOff val="80000"/>
                  </a:schemeClr>
                </a:solidFill>
                <a:latin typeface="KBIZ한마음고딕 L" panose="02020503020101020101" pitchFamily="18" charset="-127"/>
                <a:ea typeface="KBIZ한마음고딕 L" panose="02020503020101020101" pitchFamily="18" charset="-127"/>
              </a:rPr>
              <a:t>금</a:t>
            </a:r>
            <a:r>
              <a:rPr lang="en-US" altLang="ko-KR" sz="1800" b="1" spc="-200" dirty="0" smtClean="0">
                <a:solidFill>
                  <a:schemeClr val="accent1">
                    <a:lumMod val="20000"/>
                    <a:lumOff val="80000"/>
                  </a:schemeClr>
                </a:solidFill>
                <a:latin typeface="KBIZ한마음고딕 L" panose="02020503020101020101" pitchFamily="18" charset="-127"/>
                <a:ea typeface="KBIZ한마음고딕 L" panose="02020503020101020101" pitchFamily="18" charset="-127"/>
              </a:rPr>
              <a:t>) </a:t>
            </a:r>
            <a:r>
              <a:rPr lang="ko-KR" altLang="en-US" sz="1800" b="1" spc="-200" dirty="0" smtClean="0">
                <a:solidFill>
                  <a:schemeClr val="accent1">
                    <a:lumMod val="20000"/>
                    <a:lumOff val="80000"/>
                  </a:schemeClr>
                </a:solidFill>
                <a:latin typeface="KBIZ한마음고딕 L" panose="02020503020101020101" pitchFamily="18" charset="-127"/>
                <a:ea typeface="KBIZ한마음고딕 L" panose="02020503020101020101" pitchFamily="18" charset="-127"/>
              </a:rPr>
              <a:t>명동 가톨릭회관 소회의실</a:t>
            </a:r>
            <a:endParaRPr lang="en-US" altLang="ko-KR" sz="1800" b="1" spc="-200" dirty="0">
              <a:solidFill>
                <a:schemeClr val="accent1">
                  <a:lumMod val="20000"/>
                  <a:lumOff val="80000"/>
                </a:schemeClr>
              </a:solidFill>
              <a:latin typeface="KBIZ한마음고딕 L" panose="02020503020101020101" pitchFamily="18" charset="-127"/>
              <a:ea typeface="KBIZ한마음고딕 L" panose="02020503020101020101" pitchFamily="18" charset="-127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6066"/>
            <a:ext cx="2310607" cy="1135967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17" y="1308099"/>
            <a:ext cx="5401291" cy="3042394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3" y="4350493"/>
            <a:ext cx="5398472" cy="3040806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91299"/>
            <a:ext cx="5400675" cy="3042047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0" y="10433346"/>
            <a:ext cx="10800556" cy="366417"/>
          </a:xfrm>
          <a:prstGeom prst="rect">
            <a:avLst/>
          </a:prstGeom>
          <a:solidFill>
            <a:srgbClr val="778B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http://paxchristikorea.org</a:t>
            </a:r>
            <a:endParaRPr lang="ko-KR" altLang="en-US" sz="2000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5400674" y="1308099"/>
            <a:ext cx="5399882" cy="912524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1500" dirty="0" smtClean="0">
                <a:solidFill>
                  <a:schemeClr val="tx1"/>
                </a:solidFill>
                <a:latin typeface="+mn-ea"/>
              </a:rPr>
              <a:t>2022</a:t>
            </a:r>
            <a:r>
              <a:rPr lang="ko-KR" altLang="en-US" sz="1500" dirty="0" smtClean="0">
                <a:solidFill>
                  <a:schemeClr val="tx1"/>
                </a:solidFill>
                <a:latin typeface="+mn-ea"/>
              </a:rPr>
              <a:t>년 </a:t>
            </a:r>
            <a:r>
              <a:rPr lang="en-US" altLang="ko-KR" sz="1500" dirty="0" smtClean="0">
                <a:solidFill>
                  <a:schemeClr val="tx1"/>
                </a:solidFill>
                <a:latin typeface="+mn-ea"/>
              </a:rPr>
              <a:t>8</a:t>
            </a:r>
            <a:r>
              <a:rPr lang="ko-KR" altLang="en-US" sz="1500" dirty="0" smtClean="0">
                <a:solidFill>
                  <a:schemeClr val="tx1"/>
                </a:solidFill>
                <a:latin typeface="+mn-ea"/>
              </a:rPr>
              <a:t>월 </a:t>
            </a:r>
            <a:r>
              <a:rPr lang="en-US" altLang="ko-KR" sz="1500" dirty="0" smtClean="0">
                <a:solidFill>
                  <a:schemeClr val="tx1"/>
                </a:solidFill>
                <a:latin typeface="+mn-ea"/>
              </a:rPr>
              <a:t>19</a:t>
            </a:r>
            <a:r>
              <a:rPr lang="ko-KR" altLang="en-US" sz="1500" dirty="0" smtClean="0">
                <a:solidFill>
                  <a:schemeClr val="tx1"/>
                </a:solidFill>
                <a:latin typeface="+mn-ea"/>
              </a:rPr>
              <a:t>일</a:t>
            </a:r>
            <a:r>
              <a:rPr lang="en-US" altLang="ko-KR" sz="1500" dirty="0" smtClean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500" dirty="0" smtClean="0">
                <a:solidFill>
                  <a:schemeClr val="tx1"/>
                </a:solidFill>
                <a:latin typeface="+mn-ea"/>
              </a:rPr>
              <a:t>금</a:t>
            </a:r>
            <a:r>
              <a:rPr lang="en-US" altLang="ko-KR" sz="1500" dirty="0" smtClean="0">
                <a:solidFill>
                  <a:schemeClr val="tx1"/>
                </a:solidFill>
                <a:latin typeface="+mn-ea"/>
              </a:rPr>
              <a:t>) </a:t>
            </a:r>
            <a:r>
              <a:rPr lang="ko-KR" altLang="en-US" sz="1500" dirty="0" smtClean="0">
                <a:solidFill>
                  <a:schemeClr val="tx1"/>
                </a:solidFill>
                <a:latin typeface="+mn-ea"/>
              </a:rPr>
              <a:t>오전 </a:t>
            </a:r>
            <a:r>
              <a:rPr lang="en-US" altLang="ko-KR" sz="1500" dirty="0" smtClean="0">
                <a:solidFill>
                  <a:schemeClr val="tx1"/>
                </a:solidFill>
                <a:latin typeface="+mn-ea"/>
              </a:rPr>
              <a:t>10</a:t>
            </a:r>
            <a:r>
              <a:rPr lang="ko-KR" altLang="en-US" sz="1500" dirty="0" smtClean="0">
                <a:solidFill>
                  <a:schemeClr val="tx1"/>
                </a:solidFill>
                <a:latin typeface="+mn-ea"/>
              </a:rPr>
              <a:t>시 명동 가톨릭회관 소회의실에서 전세계 가톨릭언론인들의 모임인 </a:t>
            </a:r>
            <a:r>
              <a:rPr lang="en-US" altLang="ko-KR" sz="1500" dirty="0" smtClean="0">
                <a:solidFill>
                  <a:schemeClr val="tx1"/>
                </a:solidFill>
                <a:latin typeface="+mn-ea"/>
              </a:rPr>
              <a:t>『2022 </a:t>
            </a:r>
            <a:r>
              <a:rPr lang="ko-KR" altLang="en-US" sz="1500" dirty="0" err="1" smtClean="0">
                <a:solidFill>
                  <a:schemeClr val="tx1"/>
                </a:solidFill>
                <a:latin typeface="+mn-ea"/>
              </a:rPr>
              <a:t>시그니스</a:t>
            </a:r>
            <a:r>
              <a:rPr lang="ko-KR" altLang="en-US" sz="1500" dirty="0" smtClean="0">
                <a:solidFill>
                  <a:schemeClr val="tx1"/>
                </a:solidFill>
                <a:latin typeface="+mn-ea"/>
              </a:rPr>
              <a:t> 서울 세계 총회</a:t>
            </a:r>
            <a:r>
              <a:rPr lang="en-US" altLang="ko-KR" sz="1500" dirty="0" smtClean="0">
                <a:solidFill>
                  <a:schemeClr val="tx1"/>
                </a:solidFill>
                <a:latin typeface="+mn-ea"/>
              </a:rPr>
              <a:t>』 </a:t>
            </a:r>
            <a:r>
              <a:rPr lang="ko-KR" altLang="en-US" sz="1500" dirty="0" smtClean="0">
                <a:solidFill>
                  <a:schemeClr val="tx1"/>
                </a:solidFill>
                <a:latin typeface="+mn-ea"/>
              </a:rPr>
              <a:t>참석차 내한하신 </a:t>
            </a:r>
            <a:r>
              <a:rPr lang="en-US" altLang="ko-KR" sz="1500" dirty="0" err="1" smtClean="0">
                <a:solidFill>
                  <a:schemeClr val="tx1"/>
                </a:solidFill>
                <a:latin typeface="+mn-ea"/>
              </a:rPr>
              <a:t>Pax</a:t>
            </a:r>
            <a:r>
              <a:rPr lang="en-US" altLang="ko-KR" sz="1500" dirty="0" smtClean="0">
                <a:solidFill>
                  <a:schemeClr val="tx1"/>
                </a:solidFill>
                <a:latin typeface="+mn-ea"/>
              </a:rPr>
              <a:t> Christi International </a:t>
            </a:r>
            <a:r>
              <a:rPr lang="ko-KR" altLang="en-US" sz="1500" dirty="0" smtClean="0">
                <a:solidFill>
                  <a:schemeClr val="tx1"/>
                </a:solidFill>
                <a:latin typeface="+mn-ea"/>
              </a:rPr>
              <a:t>공동대표 </a:t>
            </a:r>
            <a:r>
              <a:rPr lang="ko-KR" altLang="en-US" sz="1500" dirty="0" err="1" smtClean="0">
                <a:solidFill>
                  <a:schemeClr val="tx1"/>
                </a:solidFill>
                <a:latin typeface="+mn-ea"/>
              </a:rPr>
              <a:t>와무유</a:t>
            </a:r>
            <a:r>
              <a:rPr lang="ko-KR" altLang="en-US" sz="15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500" dirty="0" err="1" smtClean="0">
                <a:solidFill>
                  <a:schemeClr val="tx1"/>
                </a:solidFill>
                <a:latin typeface="+mn-ea"/>
              </a:rPr>
              <a:t>와키라</a:t>
            </a:r>
            <a:r>
              <a:rPr lang="ko-KR" altLang="en-US" sz="1500" dirty="0" smtClean="0">
                <a:solidFill>
                  <a:schemeClr val="tx1"/>
                </a:solidFill>
                <a:latin typeface="+mn-ea"/>
              </a:rPr>
              <a:t> 수녀님</a:t>
            </a:r>
            <a:r>
              <a:rPr lang="en-US" altLang="ko-KR" sz="1500" dirty="0" smtClean="0">
                <a:solidFill>
                  <a:schemeClr val="tx1"/>
                </a:solidFill>
                <a:latin typeface="+mn-ea"/>
              </a:rPr>
              <a:t>(Sr. </a:t>
            </a:r>
            <a:r>
              <a:rPr lang="en-US" altLang="ko-KR" sz="1500" dirty="0" err="1" smtClean="0">
                <a:solidFill>
                  <a:schemeClr val="tx1"/>
                </a:solidFill>
                <a:latin typeface="+mn-ea"/>
              </a:rPr>
              <a:t>Teresia</a:t>
            </a:r>
            <a:r>
              <a:rPr lang="en-US" altLang="ko-KR" sz="15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500" dirty="0" err="1" smtClean="0">
                <a:solidFill>
                  <a:schemeClr val="tx1"/>
                </a:solidFill>
                <a:latin typeface="+mn-ea"/>
              </a:rPr>
              <a:t>Wamuyu</a:t>
            </a:r>
            <a:r>
              <a:rPr lang="en-US" altLang="ko-KR" sz="15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500" dirty="0" err="1" smtClean="0">
                <a:solidFill>
                  <a:schemeClr val="tx1"/>
                </a:solidFill>
                <a:latin typeface="+mn-ea"/>
              </a:rPr>
              <a:t>Wachira</a:t>
            </a:r>
            <a:r>
              <a:rPr lang="en-US" altLang="ko-KR" sz="1500" dirty="0" smtClean="0">
                <a:solidFill>
                  <a:schemeClr val="tx1"/>
                </a:solidFill>
                <a:latin typeface="+mn-ea"/>
              </a:rPr>
              <a:t>)</a:t>
            </a:r>
            <a:r>
              <a:rPr lang="ko-KR" altLang="en-US" sz="1500" dirty="0" smtClean="0">
                <a:solidFill>
                  <a:schemeClr val="tx1"/>
                </a:solidFill>
                <a:latin typeface="+mn-ea"/>
              </a:rPr>
              <a:t>을</a:t>
            </a:r>
            <a:r>
              <a:rPr lang="en-US" altLang="ko-KR" sz="1500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500" dirty="0" smtClean="0">
                <a:solidFill>
                  <a:schemeClr val="tx1"/>
                </a:solidFill>
                <a:latin typeface="+mn-ea"/>
              </a:rPr>
              <a:t>모시고 교회 언론들과 함께 </a:t>
            </a:r>
            <a:r>
              <a:rPr lang="en-US" altLang="ko-KR" sz="1500" dirty="0" smtClean="0">
                <a:solidFill>
                  <a:schemeClr val="tx1"/>
                </a:solidFill>
                <a:latin typeface="+mn-ea"/>
              </a:rPr>
              <a:t>“</a:t>
            </a:r>
            <a:r>
              <a:rPr lang="ko-KR" altLang="en-US" sz="1500" dirty="0" smtClean="0">
                <a:solidFill>
                  <a:schemeClr val="tx1"/>
                </a:solidFill>
                <a:latin typeface="+mn-ea"/>
              </a:rPr>
              <a:t>러시아의 우크라이나 침공으로 인한 국제정세와 그리스도교의 역할</a:t>
            </a:r>
            <a:r>
              <a:rPr lang="en-US" altLang="ko-KR" sz="1500" dirty="0" smtClean="0">
                <a:solidFill>
                  <a:schemeClr val="tx1"/>
                </a:solidFill>
                <a:latin typeface="+mn-ea"/>
              </a:rPr>
              <a:t>＂</a:t>
            </a:r>
            <a:r>
              <a:rPr lang="ko-KR" altLang="en-US" sz="1500" dirty="0" smtClean="0">
                <a:solidFill>
                  <a:schemeClr val="tx1"/>
                </a:solidFill>
                <a:latin typeface="+mn-ea"/>
              </a:rPr>
              <a:t>에 관한 기자 간담회를 진행하였습니다</a:t>
            </a:r>
            <a:r>
              <a:rPr lang="en-US" altLang="ko-KR" sz="1500" dirty="0" smtClean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5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1500" dirty="0" err="1" smtClean="0">
                <a:solidFill>
                  <a:schemeClr val="tx1"/>
                </a:solidFill>
                <a:latin typeface="+mn-ea"/>
              </a:rPr>
              <a:t>와무유</a:t>
            </a:r>
            <a:r>
              <a:rPr lang="ko-KR" altLang="en-US" sz="1500" dirty="0" smtClean="0">
                <a:solidFill>
                  <a:schemeClr val="tx1"/>
                </a:solidFill>
                <a:latin typeface="+mn-ea"/>
              </a:rPr>
              <a:t> 수녀님은 케냐 출신으로 </a:t>
            </a:r>
            <a:r>
              <a:rPr lang="en-US" altLang="ko-KR" sz="1500" dirty="0" smtClean="0">
                <a:solidFill>
                  <a:schemeClr val="tx1"/>
                </a:solidFill>
                <a:latin typeface="+mn-ea"/>
              </a:rPr>
              <a:t>Loreto Sisters(</a:t>
            </a:r>
            <a:r>
              <a:rPr lang="ko-KR" altLang="en-US" sz="1500" dirty="0" err="1" smtClean="0">
                <a:solidFill>
                  <a:schemeClr val="tx1"/>
                </a:solidFill>
                <a:latin typeface="+mn-ea"/>
              </a:rPr>
              <a:t>로레토</a:t>
            </a:r>
            <a:r>
              <a:rPr lang="ko-KR" altLang="en-US" sz="15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500" dirty="0" err="1" smtClean="0">
                <a:solidFill>
                  <a:schemeClr val="tx1"/>
                </a:solidFill>
                <a:latin typeface="+mn-ea"/>
              </a:rPr>
              <a:t>수녀회</a:t>
            </a:r>
            <a:r>
              <a:rPr lang="en-US" altLang="ko-KR" sz="1500" dirty="0" smtClean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500" dirty="0" smtClean="0">
                <a:solidFill>
                  <a:schemeClr val="tx1"/>
                </a:solidFill>
                <a:latin typeface="+mn-ea"/>
              </a:rPr>
              <a:t>한국명 </a:t>
            </a:r>
            <a:r>
              <a:rPr lang="ko-KR" altLang="en-US" sz="1500" dirty="0" err="1" smtClean="0">
                <a:solidFill>
                  <a:schemeClr val="tx1"/>
                </a:solidFill>
                <a:latin typeface="+mn-ea"/>
              </a:rPr>
              <a:t>예수수도회</a:t>
            </a:r>
            <a:r>
              <a:rPr lang="en-US" altLang="ko-KR" sz="1500" dirty="0" smtClean="0">
                <a:solidFill>
                  <a:schemeClr val="tx1"/>
                </a:solidFill>
                <a:latin typeface="+mn-ea"/>
              </a:rPr>
              <a:t>) </a:t>
            </a:r>
            <a:r>
              <a:rPr lang="ko-KR" altLang="en-US" sz="1500" dirty="0" smtClean="0">
                <a:solidFill>
                  <a:schemeClr val="tx1"/>
                </a:solidFill>
                <a:latin typeface="+mn-ea"/>
              </a:rPr>
              <a:t>소속으로 케냐 </a:t>
            </a:r>
            <a:r>
              <a:rPr lang="ko-KR" altLang="en-US" sz="1500" dirty="0" err="1" smtClean="0">
                <a:solidFill>
                  <a:schemeClr val="tx1"/>
                </a:solidFill>
                <a:latin typeface="+mn-ea"/>
              </a:rPr>
              <a:t>로레토</a:t>
            </a:r>
            <a:r>
              <a:rPr lang="ko-KR" altLang="en-US" sz="1500" dirty="0" smtClean="0">
                <a:solidFill>
                  <a:schemeClr val="tx1"/>
                </a:solidFill>
                <a:latin typeface="+mn-ea"/>
              </a:rPr>
              <a:t> 학교의 교사이자 교장으로 재직하시면서 젊은 여성들의 교육과 평화구축을 위한 화해 활동 훈련에 매진하고 계십니다</a:t>
            </a:r>
            <a:r>
              <a:rPr lang="en-US" altLang="ko-KR" sz="1500" dirty="0" smtClean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500" dirty="0" smtClean="0">
                <a:solidFill>
                  <a:schemeClr val="tx1"/>
                </a:solidFill>
                <a:latin typeface="+mn-ea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ko-KR" altLang="en-US" sz="1500" dirty="0" smtClean="0">
                <a:solidFill>
                  <a:schemeClr val="tx1"/>
                </a:solidFill>
                <a:latin typeface="+mn-ea"/>
              </a:rPr>
              <a:t>또한 </a:t>
            </a:r>
            <a:r>
              <a:rPr lang="en-US" altLang="ko-KR" sz="1500" dirty="0" smtClean="0">
                <a:solidFill>
                  <a:schemeClr val="tx1"/>
                </a:solidFill>
                <a:latin typeface="+mn-ea"/>
              </a:rPr>
              <a:t>‘</a:t>
            </a:r>
            <a:r>
              <a:rPr lang="ko-KR" altLang="en-US" sz="1500" dirty="0" smtClean="0">
                <a:solidFill>
                  <a:schemeClr val="tx1"/>
                </a:solidFill>
                <a:latin typeface="+mn-ea"/>
              </a:rPr>
              <a:t>정의</a:t>
            </a:r>
            <a:r>
              <a:rPr lang="en-US" altLang="ko-KR" sz="1500" dirty="0" smtClean="0">
                <a:solidFill>
                  <a:schemeClr val="tx1"/>
                </a:solidFill>
                <a:latin typeface="+mn-ea"/>
              </a:rPr>
              <a:t>. </a:t>
            </a:r>
            <a:r>
              <a:rPr lang="ko-KR" altLang="en-US" sz="1500" dirty="0" smtClean="0">
                <a:solidFill>
                  <a:schemeClr val="tx1"/>
                </a:solidFill>
                <a:latin typeface="+mn-ea"/>
              </a:rPr>
              <a:t>평화</a:t>
            </a:r>
            <a:r>
              <a:rPr lang="en-US" altLang="ko-KR" sz="1500" dirty="0" smtClean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500" dirty="0" err="1" smtClean="0">
                <a:solidFill>
                  <a:schemeClr val="tx1"/>
                </a:solidFill>
                <a:latin typeface="+mn-ea"/>
              </a:rPr>
              <a:t>창조질서</a:t>
            </a:r>
            <a:r>
              <a:rPr lang="ko-KR" altLang="en-US" sz="1500" dirty="0" smtClean="0">
                <a:solidFill>
                  <a:schemeClr val="tx1"/>
                </a:solidFill>
                <a:latin typeface="+mn-ea"/>
              </a:rPr>
              <a:t> 보존</a:t>
            </a:r>
            <a:r>
              <a:rPr lang="en-US" altLang="ko-KR" sz="1500" dirty="0" smtClean="0">
                <a:solidFill>
                  <a:schemeClr val="tx1"/>
                </a:solidFill>
                <a:latin typeface="+mn-ea"/>
              </a:rPr>
              <a:t>(JPIC)’ </a:t>
            </a:r>
            <a:r>
              <a:rPr lang="ko-KR" altLang="en-US" sz="1500" dirty="0" smtClean="0">
                <a:solidFill>
                  <a:schemeClr val="tx1"/>
                </a:solidFill>
                <a:latin typeface="+mn-ea"/>
              </a:rPr>
              <a:t>동부 아프리카 지역 코디네이터이시며</a:t>
            </a:r>
            <a:r>
              <a:rPr lang="en-US" altLang="ko-KR" sz="1500" dirty="0" smtClean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500" dirty="0" smtClean="0">
                <a:solidFill>
                  <a:schemeClr val="tx1"/>
                </a:solidFill>
                <a:latin typeface="+mn-ea"/>
              </a:rPr>
              <a:t>케냐의 여성성기훼손 반대 훈련을 위한 </a:t>
            </a:r>
            <a:r>
              <a:rPr lang="en-US" altLang="ko-KR" sz="1500" dirty="0" smtClean="0">
                <a:solidFill>
                  <a:schemeClr val="tx1"/>
                </a:solidFill>
                <a:latin typeface="+mn-ea"/>
              </a:rPr>
              <a:t>‘</a:t>
            </a:r>
            <a:r>
              <a:rPr lang="ko-KR" altLang="en-US" sz="1500" dirty="0" smtClean="0">
                <a:solidFill>
                  <a:schemeClr val="tx1"/>
                </a:solidFill>
                <a:latin typeface="+mn-ea"/>
              </a:rPr>
              <a:t>풍성한 삶 위원회</a:t>
            </a:r>
            <a:r>
              <a:rPr lang="en-US" altLang="ko-KR" sz="1500" dirty="0" smtClean="0">
                <a:solidFill>
                  <a:schemeClr val="tx1"/>
                </a:solidFill>
                <a:latin typeface="+mn-ea"/>
              </a:rPr>
              <a:t>‘ </a:t>
            </a:r>
            <a:r>
              <a:rPr lang="ko-KR" altLang="en-US" sz="1500" dirty="0" smtClean="0">
                <a:solidFill>
                  <a:schemeClr val="tx1"/>
                </a:solidFill>
                <a:latin typeface="+mn-ea"/>
              </a:rPr>
              <a:t>이사로도 활동하고 계십니다</a:t>
            </a:r>
            <a:r>
              <a:rPr lang="en-US" altLang="ko-KR" sz="1500" dirty="0" smtClean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500" dirty="0" smtClean="0">
                <a:solidFill>
                  <a:schemeClr val="tx1"/>
                </a:solidFill>
                <a:latin typeface="+mn-ea"/>
              </a:rPr>
              <a:t>수녀님은 </a:t>
            </a:r>
            <a:r>
              <a:rPr lang="en-US" altLang="ko-KR" sz="1500" dirty="0" smtClean="0">
                <a:solidFill>
                  <a:schemeClr val="tx1"/>
                </a:solidFill>
                <a:latin typeface="+mn-ea"/>
              </a:rPr>
              <a:t>2019</a:t>
            </a:r>
            <a:r>
              <a:rPr lang="ko-KR" altLang="en-US" sz="1500" dirty="0" smtClean="0">
                <a:solidFill>
                  <a:schemeClr val="tx1"/>
                </a:solidFill>
                <a:latin typeface="+mn-ea"/>
              </a:rPr>
              <a:t>년 </a:t>
            </a:r>
            <a:r>
              <a:rPr lang="en-US" altLang="ko-KR" sz="1500" dirty="0" err="1" smtClean="0">
                <a:solidFill>
                  <a:schemeClr val="tx1"/>
                </a:solidFill>
                <a:latin typeface="+mn-ea"/>
              </a:rPr>
              <a:t>Pax</a:t>
            </a:r>
            <a:r>
              <a:rPr lang="en-US" altLang="ko-KR" sz="1500" dirty="0" smtClean="0">
                <a:solidFill>
                  <a:schemeClr val="tx1"/>
                </a:solidFill>
                <a:latin typeface="+mn-ea"/>
              </a:rPr>
              <a:t> Christi International </a:t>
            </a:r>
            <a:r>
              <a:rPr lang="ko-KR" altLang="en-US" sz="1500" dirty="0" smtClean="0">
                <a:solidFill>
                  <a:schemeClr val="tx1"/>
                </a:solidFill>
                <a:latin typeface="+mn-ea"/>
              </a:rPr>
              <a:t>공동대표로 선임되어 활동하고 계십니다</a:t>
            </a:r>
            <a:r>
              <a:rPr lang="en-US" altLang="ko-KR" sz="1500" dirty="0" smtClean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5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1500" dirty="0" smtClean="0">
                <a:solidFill>
                  <a:schemeClr val="tx1"/>
                </a:solidFill>
                <a:latin typeface="+mn-ea"/>
              </a:rPr>
              <a:t>이날 간담회에는 서울대교구 </a:t>
            </a:r>
            <a:r>
              <a:rPr lang="ko-KR" altLang="en-US" sz="1500" dirty="0" err="1" smtClean="0">
                <a:solidFill>
                  <a:schemeClr val="tx1"/>
                </a:solidFill>
                <a:latin typeface="+mn-ea"/>
              </a:rPr>
              <a:t>유경촌</a:t>
            </a:r>
            <a:r>
              <a:rPr lang="ko-KR" altLang="en-US" sz="1500" dirty="0" smtClean="0">
                <a:solidFill>
                  <a:schemeClr val="tx1"/>
                </a:solidFill>
                <a:latin typeface="+mn-ea"/>
              </a:rPr>
              <a:t> 주교님을 비롯하여 </a:t>
            </a:r>
            <a:r>
              <a:rPr lang="en-US" altLang="ko-KR" sz="1500" dirty="0" smtClean="0">
                <a:solidFill>
                  <a:schemeClr val="tx1"/>
                </a:solidFill>
                <a:latin typeface="+mn-ea"/>
              </a:rPr>
              <a:t>PCK </a:t>
            </a:r>
            <a:r>
              <a:rPr lang="ko-KR" altLang="en-US" sz="1500" dirty="0" err="1" smtClean="0">
                <a:solidFill>
                  <a:schemeClr val="tx1"/>
                </a:solidFill>
                <a:latin typeface="+mn-ea"/>
              </a:rPr>
              <a:t>정호철</a:t>
            </a:r>
            <a:r>
              <a:rPr lang="ko-KR" altLang="en-US" sz="1500" dirty="0" smtClean="0">
                <a:solidFill>
                  <a:schemeClr val="tx1"/>
                </a:solidFill>
                <a:latin typeface="+mn-ea"/>
              </a:rPr>
              <a:t> 상임대표</a:t>
            </a:r>
            <a:r>
              <a:rPr lang="en-US" altLang="ko-KR" sz="1500" dirty="0" smtClean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500" dirty="0" smtClean="0">
                <a:solidFill>
                  <a:schemeClr val="tx1"/>
                </a:solidFill>
                <a:latin typeface="+mn-ea"/>
              </a:rPr>
              <a:t>박문수 교육연구이사</a:t>
            </a:r>
            <a:r>
              <a:rPr lang="en-US" altLang="ko-KR" sz="1500" dirty="0" smtClean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500" dirty="0" smtClean="0">
                <a:solidFill>
                  <a:schemeClr val="tx1"/>
                </a:solidFill>
                <a:latin typeface="+mn-ea"/>
              </a:rPr>
              <a:t>이성훈 국제연대이사와 가톨릭신문</a:t>
            </a:r>
            <a:r>
              <a:rPr lang="en-US" altLang="ko-KR" sz="1500" dirty="0" smtClean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500" dirty="0" smtClean="0">
                <a:solidFill>
                  <a:schemeClr val="tx1"/>
                </a:solidFill>
                <a:latin typeface="+mn-ea"/>
              </a:rPr>
              <a:t>가톨릭평화신문</a:t>
            </a:r>
            <a:r>
              <a:rPr lang="en-US" altLang="ko-KR" sz="1500" dirty="0" smtClean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500" dirty="0" err="1" smtClean="0">
                <a:solidFill>
                  <a:schemeClr val="tx1"/>
                </a:solidFill>
                <a:latin typeface="+mn-ea"/>
              </a:rPr>
              <a:t>가톨릭뉴스</a:t>
            </a:r>
            <a:r>
              <a:rPr lang="ko-KR" altLang="en-US" sz="15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500" dirty="0" err="1" smtClean="0">
                <a:solidFill>
                  <a:schemeClr val="tx1"/>
                </a:solidFill>
                <a:latin typeface="+mn-ea"/>
              </a:rPr>
              <a:t>지금여기</a:t>
            </a:r>
            <a:r>
              <a:rPr lang="ko-KR" altLang="en-US" sz="1500" dirty="0" smtClean="0">
                <a:solidFill>
                  <a:schemeClr val="tx1"/>
                </a:solidFill>
                <a:latin typeface="+mn-ea"/>
              </a:rPr>
              <a:t> 등 교회 언론인들이 참여하여 우크라이나 전쟁으로 인한 국제 평화의 위기 상황을 대처하는 그리스도교의 대응 방안과 소외된 지역에서 살아가는 이웃과 함께 평화를 만들어가는 방법에 대해 이야기 나눴습니다</a:t>
            </a:r>
            <a:r>
              <a:rPr lang="en-US" altLang="ko-KR" sz="1500" dirty="0" smtClean="0">
                <a:solidFill>
                  <a:schemeClr val="tx1"/>
                </a:solidFill>
                <a:latin typeface="+mn-ea"/>
              </a:rPr>
              <a:t>.</a:t>
            </a:r>
            <a:endParaRPr lang="ko-KR" altLang="en-US" sz="20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779323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793" y="0"/>
            <a:ext cx="10799763" cy="13081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0000" rtlCol="0" anchor="ctr"/>
          <a:lstStyle/>
          <a:p>
            <a:pPr algn="r"/>
            <a:r>
              <a:rPr lang="en-US" altLang="ko-KR" sz="3200" b="1" spc="-200" dirty="0" err="1" smtClean="0">
                <a:latin typeface="KBIZ한마음고딕 L" panose="02020503020101020101" pitchFamily="18" charset="-127"/>
                <a:ea typeface="KBIZ한마음고딕 L" panose="02020503020101020101" pitchFamily="18" charset="-127"/>
              </a:rPr>
              <a:t>Pax</a:t>
            </a:r>
            <a:r>
              <a:rPr lang="en-US" altLang="ko-KR" sz="3200" b="1" spc="-200" dirty="0" smtClean="0">
                <a:latin typeface="KBIZ한마음고딕 L" panose="02020503020101020101" pitchFamily="18" charset="-127"/>
                <a:ea typeface="KBIZ한마음고딕 L" panose="02020503020101020101" pitchFamily="18" charset="-127"/>
              </a:rPr>
              <a:t> Christi Korea </a:t>
            </a:r>
            <a:r>
              <a:rPr lang="ko-KR" altLang="en-US" sz="3200" b="1" spc="-200" dirty="0" smtClean="0">
                <a:latin typeface="KBIZ한마음고딕 L" panose="02020503020101020101" pitchFamily="18" charset="-127"/>
                <a:ea typeface="KBIZ한마음고딕 L" panose="02020503020101020101" pitchFamily="18" charset="-127"/>
              </a:rPr>
              <a:t>창립 </a:t>
            </a:r>
            <a:r>
              <a:rPr lang="en-US" altLang="ko-KR" sz="3200" b="1" spc="-200" dirty="0" smtClean="0">
                <a:latin typeface="KBIZ한마음고딕 L" panose="02020503020101020101" pitchFamily="18" charset="-127"/>
                <a:ea typeface="KBIZ한마음고딕 L" panose="02020503020101020101" pitchFamily="18" charset="-127"/>
              </a:rPr>
              <a:t>3</a:t>
            </a:r>
            <a:r>
              <a:rPr lang="ko-KR" altLang="en-US" sz="3200" b="1" spc="-200" dirty="0" smtClean="0">
                <a:latin typeface="KBIZ한마음고딕 L" panose="02020503020101020101" pitchFamily="18" charset="-127"/>
                <a:ea typeface="KBIZ한마음고딕 L" panose="02020503020101020101" pitchFamily="18" charset="-127"/>
              </a:rPr>
              <a:t>주년 기념 토론회 및 미사</a:t>
            </a:r>
            <a:endParaRPr lang="en-US" altLang="ko-KR" sz="3200" b="1" spc="-200" dirty="0" smtClean="0">
              <a:latin typeface="KBIZ한마음고딕 L" panose="02020503020101020101" pitchFamily="18" charset="-127"/>
              <a:ea typeface="KBIZ한마음고딕 L" panose="02020503020101020101" pitchFamily="18" charset="-127"/>
            </a:endParaRPr>
          </a:p>
          <a:p>
            <a:pPr algn="r"/>
            <a:endParaRPr lang="en-US" altLang="ko-KR" sz="1800" b="1" spc="-200" dirty="0" smtClean="0">
              <a:solidFill>
                <a:schemeClr val="accent1">
                  <a:lumMod val="20000"/>
                  <a:lumOff val="80000"/>
                </a:schemeClr>
              </a:solidFill>
              <a:latin typeface="KBIZ한마음고딕 L" panose="02020503020101020101" pitchFamily="18" charset="-127"/>
              <a:ea typeface="KBIZ한마음고딕 L" panose="02020503020101020101" pitchFamily="18" charset="-127"/>
            </a:endParaRPr>
          </a:p>
          <a:p>
            <a:pPr algn="r"/>
            <a:r>
              <a:rPr lang="en-US" altLang="ko-KR" sz="1800" b="1" spc="-200" dirty="0" smtClean="0">
                <a:solidFill>
                  <a:schemeClr val="accent1">
                    <a:lumMod val="20000"/>
                    <a:lumOff val="80000"/>
                  </a:schemeClr>
                </a:solidFill>
                <a:latin typeface="KBIZ한마음고딕 L" panose="02020503020101020101" pitchFamily="18" charset="-127"/>
                <a:ea typeface="KBIZ한마음고딕 L" panose="02020503020101020101" pitchFamily="18" charset="-127"/>
              </a:rPr>
              <a:t>2022</a:t>
            </a:r>
            <a:r>
              <a:rPr lang="ko-KR" altLang="en-US" sz="1800" b="1" spc="-200" dirty="0" smtClean="0">
                <a:solidFill>
                  <a:schemeClr val="accent1">
                    <a:lumMod val="20000"/>
                    <a:lumOff val="80000"/>
                  </a:schemeClr>
                </a:solidFill>
                <a:latin typeface="KBIZ한마음고딕 L" panose="02020503020101020101" pitchFamily="18" charset="-127"/>
                <a:ea typeface="KBIZ한마음고딕 L" panose="02020503020101020101" pitchFamily="18" charset="-127"/>
              </a:rPr>
              <a:t>년 </a:t>
            </a:r>
            <a:r>
              <a:rPr lang="en-US" altLang="ko-KR" sz="1800" b="1" spc="-200" dirty="0" smtClean="0">
                <a:solidFill>
                  <a:schemeClr val="accent1">
                    <a:lumMod val="20000"/>
                    <a:lumOff val="80000"/>
                  </a:schemeClr>
                </a:solidFill>
                <a:latin typeface="KBIZ한마음고딕 L" panose="02020503020101020101" pitchFamily="18" charset="-127"/>
                <a:ea typeface="KBIZ한마음고딕 L" panose="02020503020101020101" pitchFamily="18" charset="-127"/>
              </a:rPr>
              <a:t>8</a:t>
            </a:r>
            <a:r>
              <a:rPr lang="ko-KR" altLang="en-US" sz="1800" b="1" spc="-200" dirty="0" smtClean="0">
                <a:solidFill>
                  <a:schemeClr val="accent1">
                    <a:lumMod val="20000"/>
                    <a:lumOff val="80000"/>
                  </a:schemeClr>
                </a:solidFill>
                <a:latin typeface="KBIZ한마음고딕 L" panose="02020503020101020101" pitchFamily="18" charset="-127"/>
                <a:ea typeface="KBIZ한마음고딕 L" panose="02020503020101020101" pitchFamily="18" charset="-127"/>
              </a:rPr>
              <a:t>월 </a:t>
            </a:r>
            <a:r>
              <a:rPr lang="en-US" altLang="ko-KR" sz="1800" b="1" spc="-200" dirty="0" smtClean="0">
                <a:solidFill>
                  <a:schemeClr val="accent1">
                    <a:lumMod val="20000"/>
                    <a:lumOff val="80000"/>
                  </a:schemeClr>
                </a:solidFill>
                <a:latin typeface="KBIZ한마음고딕 L" panose="02020503020101020101" pitchFamily="18" charset="-127"/>
                <a:ea typeface="KBIZ한마음고딕 L" panose="02020503020101020101" pitchFamily="18" charset="-127"/>
              </a:rPr>
              <a:t>20</a:t>
            </a:r>
            <a:r>
              <a:rPr lang="ko-KR" altLang="en-US" sz="1800" b="1" spc="-200" dirty="0" smtClean="0">
                <a:solidFill>
                  <a:schemeClr val="accent1">
                    <a:lumMod val="20000"/>
                    <a:lumOff val="80000"/>
                  </a:schemeClr>
                </a:solidFill>
                <a:latin typeface="KBIZ한마음고딕 L" panose="02020503020101020101" pitchFamily="18" charset="-127"/>
                <a:ea typeface="KBIZ한마음고딕 L" panose="02020503020101020101" pitchFamily="18" charset="-127"/>
              </a:rPr>
              <a:t>일</a:t>
            </a:r>
            <a:r>
              <a:rPr lang="en-US" altLang="ko-KR" sz="1800" b="1" spc="-200" dirty="0" smtClean="0">
                <a:solidFill>
                  <a:schemeClr val="accent1">
                    <a:lumMod val="20000"/>
                    <a:lumOff val="80000"/>
                  </a:schemeClr>
                </a:solidFill>
                <a:latin typeface="KBIZ한마음고딕 L" panose="02020503020101020101" pitchFamily="18" charset="-127"/>
                <a:ea typeface="KBIZ한마음고딕 L" panose="02020503020101020101" pitchFamily="18" charset="-127"/>
              </a:rPr>
              <a:t>(</a:t>
            </a:r>
            <a:r>
              <a:rPr lang="ko-KR" altLang="en-US" sz="1800" b="1" spc="-200" dirty="0" smtClean="0">
                <a:solidFill>
                  <a:schemeClr val="accent1">
                    <a:lumMod val="20000"/>
                    <a:lumOff val="80000"/>
                  </a:schemeClr>
                </a:solidFill>
                <a:latin typeface="KBIZ한마음고딕 L" panose="02020503020101020101" pitchFamily="18" charset="-127"/>
                <a:ea typeface="KBIZ한마음고딕 L" panose="02020503020101020101" pitchFamily="18" charset="-127"/>
              </a:rPr>
              <a:t>토</a:t>
            </a:r>
            <a:r>
              <a:rPr lang="en-US" altLang="ko-KR" sz="1800" b="1" spc="-200" dirty="0" smtClean="0">
                <a:solidFill>
                  <a:schemeClr val="accent1">
                    <a:lumMod val="20000"/>
                    <a:lumOff val="80000"/>
                  </a:schemeClr>
                </a:solidFill>
                <a:latin typeface="KBIZ한마음고딕 L" panose="02020503020101020101" pitchFamily="18" charset="-127"/>
                <a:ea typeface="KBIZ한마음고딕 L" panose="02020503020101020101" pitchFamily="18" charset="-127"/>
              </a:rPr>
              <a:t>) </a:t>
            </a:r>
            <a:r>
              <a:rPr lang="ko-KR" altLang="en-US" sz="1800" b="1" spc="-200" dirty="0" smtClean="0">
                <a:solidFill>
                  <a:schemeClr val="accent1">
                    <a:lumMod val="20000"/>
                    <a:lumOff val="80000"/>
                  </a:schemeClr>
                </a:solidFill>
                <a:latin typeface="KBIZ한마음고딕 L" panose="02020503020101020101" pitchFamily="18" charset="-127"/>
                <a:ea typeface="KBIZ한마음고딕 L" panose="02020503020101020101" pitchFamily="18" charset="-127"/>
              </a:rPr>
              <a:t>돈암동 </a:t>
            </a:r>
            <a:r>
              <a:rPr lang="ko-KR" altLang="en-US" sz="1800" b="1" spc="-200" dirty="0" err="1" smtClean="0">
                <a:solidFill>
                  <a:schemeClr val="accent1">
                    <a:lumMod val="20000"/>
                    <a:lumOff val="80000"/>
                  </a:schemeClr>
                </a:solidFill>
                <a:latin typeface="KBIZ한마음고딕 L" panose="02020503020101020101" pitchFamily="18" charset="-127"/>
                <a:ea typeface="KBIZ한마음고딕 L" panose="02020503020101020101" pitchFamily="18" charset="-127"/>
              </a:rPr>
              <a:t>골롬반선교센터</a:t>
            </a:r>
            <a:r>
              <a:rPr lang="ko-KR" altLang="en-US" sz="1800" b="1" spc="-200" dirty="0" smtClean="0">
                <a:solidFill>
                  <a:schemeClr val="accent1">
                    <a:lumMod val="20000"/>
                    <a:lumOff val="80000"/>
                  </a:schemeClr>
                </a:solidFill>
                <a:latin typeface="KBIZ한마음고딕 L" panose="02020503020101020101" pitchFamily="18" charset="-127"/>
                <a:ea typeface="KBIZ한마음고딕 L" panose="02020503020101020101" pitchFamily="18" charset="-127"/>
              </a:rPr>
              <a:t> 강당</a:t>
            </a:r>
            <a:endParaRPr lang="en-US" altLang="ko-KR" sz="1800" b="1" spc="-200" dirty="0">
              <a:solidFill>
                <a:schemeClr val="accent1">
                  <a:lumMod val="20000"/>
                  <a:lumOff val="80000"/>
                </a:schemeClr>
              </a:solidFill>
              <a:latin typeface="KBIZ한마음고딕 L" panose="02020503020101020101" pitchFamily="18" charset="-127"/>
              <a:ea typeface="KBIZ한마음고딕 L" panose="02020503020101020101" pitchFamily="18" charset="-127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6066"/>
            <a:ext cx="2310607" cy="1135967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0" y="10433346"/>
            <a:ext cx="10800556" cy="366417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http://paxchristikorea.org</a:t>
            </a:r>
            <a:endParaRPr lang="ko-KR" altLang="en-US" sz="2000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5400674" y="1308099"/>
            <a:ext cx="5399882" cy="912524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1500" dirty="0" smtClean="0">
                <a:solidFill>
                  <a:schemeClr val="tx1"/>
                </a:solidFill>
                <a:latin typeface="+mn-ea"/>
              </a:rPr>
              <a:t>2022</a:t>
            </a:r>
            <a:r>
              <a:rPr lang="ko-KR" altLang="en-US" sz="1500" dirty="0" smtClean="0">
                <a:solidFill>
                  <a:schemeClr val="tx1"/>
                </a:solidFill>
                <a:latin typeface="+mn-ea"/>
              </a:rPr>
              <a:t>년 </a:t>
            </a:r>
            <a:r>
              <a:rPr lang="en-US" altLang="ko-KR" sz="1500" dirty="0" smtClean="0">
                <a:solidFill>
                  <a:schemeClr val="tx1"/>
                </a:solidFill>
                <a:latin typeface="+mn-ea"/>
              </a:rPr>
              <a:t>8</a:t>
            </a:r>
            <a:r>
              <a:rPr lang="ko-KR" altLang="en-US" sz="1500" dirty="0" smtClean="0">
                <a:solidFill>
                  <a:schemeClr val="tx1"/>
                </a:solidFill>
                <a:latin typeface="+mn-ea"/>
              </a:rPr>
              <a:t>월 </a:t>
            </a:r>
            <a:r>
              <a:rPr lang="en-US" altLang="ko-KR" sz="1500" dirty="0" smtClean="0">
                <a:solidFill>
                  <a:schemeClr val="tx1"/>
                </a:solidFill>
                <a:latin typeface="+mn-ea"/>
              </a:rPr>
              <a:t>20</a:t>
            </a:r>
            <a:r>
              <a:rPr lang="ko-KR" altLang="en-US" sz="1500" dirty="0" smtClean="0">
                <a:solidFill>
                  <a:schemeClr val="tx1"/>
                </a:solidFill>
                <a:latin typeface="+mn-ea"/>
              </a:rPr>
              <a:t>일</a:t>
            </a:r>
            <a:r>
              <a:rPr lang="en-US" altLang="ko-KR" sz="1500" dirty="0" smtClean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500" dirty="0" smtClean="0">
                <a:solidFill>
                  <a:schemeClr val="tx1"/>
                </a:solidFill>
                <a:latin typeface="+mn-ea"/>
              </a:rPr>
              <a:t>토</a:t>
            </a:r>
            <a:r>
              <a:rPr lang="en-US" altLang="ko-KR" sz="1500" dirty="0" smtClean="0">
                <a:solidFill>
                  <a:schemeClr val="tx1"/>
                </a:solidFill>
                <a:latin typeface="+mn-ea"/>
              </a:rPr>
              <a:t>) </a:t>
            </a:r>
            <a:r>
              <a:rPr lang="ko-KR" altLang="en-US" sz="1500" dirty="0" smtClean="0">
                <a:solidFill>
                  <a:schemeClr val="tx1"/>
                </a:solidFill>
                <a:latin typeface="+mn-ea"/>
              </a:rPr>
              <a:t>오후 </a:t>
            </a:r>
            <a:r>
              <a:rPr lang="en-US" altLang="ko-KR" sz="1500" dirty="0" smtClean="0">
                <a:solidFill>
                  <a:schemeClr val="tx1"/>
                </a:solidFill>
                <a:latin typeface="+mn-ea"/>
              </a:rPr>
              <a:t>2</a:t>
            </a:r>
            <a:r>
              <a:rPr lang="ko-KR" altLang="en-US" sz="1500" dirty="0" smtClean="0">
                <a:solidFill>
                  <a:schemeClr val="tx1"/>
                </a:solidFill>
                <a:latin typeface="+mn-ea"/>
              </a:rPr>
              <a:t>시 돈암동 </a:t>
            </a:r>
            <a:r>
              <a:rPr lang="ko-KR" altLang="en-US" sz="1500" dirty="0" err="1" smtClean="0">
                <a:solidFill>
                  <a:schemeClr val="tx1"/>
                </a:solidFill>
                <a:latin typeface="+mn-ea"/>
              </a:rPr>
              <a:t>골롬반선교센터</a:t>
            </a:r>
            <a:r>
              <a:rPr lang="ko-KR" altLang="en-US" sz="1500" dirty="0" smtClean="0">
                <a:solidFill>
                  <a:schemeClr val="tx1"/>
                </a:solidFill>
                <a:latin typeface="+mn-ea"/>
              </a:rPr>
              <a:t> 강당에서 </a:t>
            </a:r>
            <a:r>
              <a:rPr lang="ko-KR" altLang="en-US" sz="1500" dirty="0" err="1" smtClean="0">
                <a:solidFill>
                  <a:schemeClr val="tx1"/>
                </a:solidFill>
                <a:latin typeface="+mn-ea"/>
              </a:rPr>
              <a:t>팍스크리스티코리아</a:t>
            </a:r>
            <a:r>
              <a:rPr lang="ko-KR" altLang="en-US" sz="1500" dirty="0" smtClean="0">
                <a:solidFill>
                  <a:schemeClr val="tx1"/>
                </a:solidFill>
                <a:latin typeface="+mn-ea"/>
              </a:rPr>
              <a:t> 창립 </a:t>
            </a:r>
            <a:r>
              <a:rPr lang="en-US" altLang="ko-KR" sz="1500" dirty="0" smtClean="0">
                <a:solidFill>
                  <a:schemeClr val="tx1"/>
                </a:solidFill>
                <a:latin typeface="+mn-ea"/>
              </a:rPr>
              <a:t>3</a:t>
            </a:r>
            <a:r>
              <a:rPr lang="ko-KR" altLang="en-US" sz="1500" dirty="0" smtClean="0">
                <a:solidFill>
                  <a:schemeClr val="tx1"/>
                </a:solidFill>
                <a:latin typeface="+mn-ea"/>
              </a:rPr>
              <a:t>주년을 기념하는 토론회와 감사 미사를 봉헌하였습니다</a:t>
            </a:r>
            <a:r>
              <a:rPr lang="en-US" altLang="ko-KR" sz="1500" dirty="0" smtClean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5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1500" dirty="0" err="1" smtClean="0">
                <a:solidFill>
                  <a:schemeClr val="tx1"/>
                </a:solidFill>
                <a:latin typeface="+mn-ea"/>
              </a:rPr>
              <a:t>팍스크리스티코리아는</a:t>
            </a:r>
            <a:r>
              <a:rPr lang="ko-KR" altLang="en-US" sz="15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500" dirty="0" smtClean="0">
                <a:solidFill>
                  <a:schemeClr val="tx1"/>
                </a:solidFill>
                <a:latin typeface="+mn-ea"/>
              </a:rPr>
              <a:t>2019</a:t>
            </a:r>
            <a:r>
              <a:rPr lang="ko-KR" altLang="en-US" sz="1500" dirty="0" smtClean="0">
                <a:solidFill>
                  <a:schemeClr val="tx1"/>
                </a:solidFill>
                <a:latin typeface="+mn-ea"/>
              </a:rPr>
              <a:t>월 </a:t>
            </a:r>
            <a:r>
              <a:rPr lang="en-US" altLang="ko-KR" sz="1500" dirty="0" smtClean="0">
                <a:solidFill>
                  <a:schemeClr val="tx1"/>
                </a:solidFill>
                <a:latin typeface="+mn-ea"/>
              </a:rPr>
              <a:t>8</a:t>
            </a:r>
            <a:r>
              <a:rPr lang="ko-KR" altLang="en-US" sz="1500" dirty="0" smtClean="0">
                <a:solidFill>
                  <a:schemeClr val="tx1"/>
                </a:solidFill>
                <a:latin typeface="+mn-ea"/>
              </a:rPr>
              <a:t>월 </a:t>
            </a:r>
            <a:r>
              <a:rPr lang="en-US" altLang="ko-KR" sz="1500" dirty="0" smtClean="0">
                <a:solidFill>
                  <a:schemeClr val="tx1"/>
                </a:solidFill>
                <a:latin typeface="+mn-ea"/>
              </a:rPr>
              <a:t>24</a:t>
            </a:r>
            <a:r>
              <a:rPr lang="ko-KR" altLang="en-US" sz="1500" dirty="0" smtClean="0">
                <a:solidFill>
                  <a:schemeClr val="tx1"/>
                </a:solidFill>
                <a:latin typeface="+mn-ea"/>
              </a:rPr>
              <a:t>일 창립하여 </a:t>
            </a:r>
            <a:r>
              <a:rPr lang="en-US" altLang="ko-KR" sz="1500" dirty="0" smtClean="0">
                <a:solidFill>
                  <a:schemeClr val="tx1"/>
                </a:solidFill>
                <a:latin typeface="+mn-ea"/>
              </a:rPr>
              <a:t>‘</a:t>
            </a:r>
            <a:r>
              <a:rPr lang="ko-KR" altLang="en-US" sz="1500" dirty="0" smtClean="0">
                <a:solidFill>
                  <a:schemeClr val="tx1"/>
                </a:solidFill>
                <a:latin typeface="+mn-ea"/>
              </a:rPr>
              <a:t>평화의 날 담화문 세미나</a:t>
            </a:r>
            <a:r>
              <a:rPr lang="en-US" altLang="ko-KR" sz="1500" dirty="0" smtClean="0">
                <a:solidFill>
                  <a:schemeClr val="tx1"/>
                </a:solidFill>
                <a:latin typeface="+mn-ea"/>
              </a:rPr>
              <a:t>‘, ‘</a:t>
            </a:r>
            <a:r>
              <a:rPr lang="ko-KR" altLang="en-US" sz="1500" dirty="0" err="1" smtClean="0">
                <a:solidFill>
                  <a:schemeClr val="tx1"/>
                </a:solidFill>
                <a:latin typeface="+mn-ea"/>
              </a:rPr>
              <a:t>평화학교</a:t>
            </a:r>
            <a:r>
              <a:rPr lang="en-US" altLang="ko-KR" sz="1500" dirty="0" smtClean="0">
                <a:solidFill>
                  <a:schemeClr val="tx1"/>
                </a:solidFill>
                <a:latin typeface="+mn-ea"/>
              </a:rPr>
              <a:t>’, ‘</a:t>
            </a:r>
            <a:r>
              <a:rPr lang="ko-KR" altLang="en-US" sz="1500" dirty="0" err="1" smtClean="0">
                <a:solidFill>
                  <a:schemeClr val="tx1"/>
                </a:solidFill>
                <a:latin typeface="+mn-ea"/>
              </a:rPr>
              <a:t>평화순례</a:t>
            </a:r>
            <a:r>
              <a:rPr lang="ko-KR" altLang="en-US" sz="1500" dirty="0" smtClean="0">
                <a:solidFill>
                  <a:schemeClr val="tx1"/>
                </a:solidFill>
                <a:latin typeface="+mn-ea"/>
              </a:rPr>
              <a:t> 나침반</a:t>
            </a:r>
            <a:r>
              <a:rPr lang="en-US" altLang="ko-KR" sz="1500" dirty="0" smtClean="0">
                <a:solidFill>
                  <a:schemeClr val="tx1"/>
                </a:solidFill>
                <a:latin typeface="+mn-ea"/>
              </a:rPr>
              <a:t>‘ </a:t>
            </a:r>
            <a:r>
              <a:rPr lang="ko-KR" altLang="en-US" sz="1500" dirty="0" smtClean="0">
                <a:solidFill>
                  <a:schemeClr val="tx1"/>
                </a:solidFill>
                <a:latin typeface="+mn-ea"/>
              </a:rPr>
              <a:t>등 다양한 활동을 전개하고 있습니다</a:t>
            </a:r>
            <a:r>
              <a:rPr lang="en-US" altLang="ko-KR" sz="1500" dirty="0" smtClean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500" dirty="0" smtClean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1500" dirty="0" smtClean="0">
                <a:solidFill>
                  <a:schemeClr val="tx1"/>
                </a:solidFill>
                <a:latin typeface="+mn-ea"/>
              </a:rPr>
              <a:t>이날 토론회에서는 </a:t>
            </a:r>
            <a:r>
              <a:rPr lang="ko-KR" altLang="en-US" sz="1500" dirty="0" err="1" smtClean="0">
                <a:solidFill>
                  <a:schemeClr val="tx1"/>
                </a:solidFill>
                <a:latin typeface="+mn-ea"/>
              </a:rPr>
              <a:t>팍스크리스티코리아</a:t>
            </a:r>
            <a:r>
              <a:rPr lang="ko-KR" altLang="en-US" sz="1500" dirty="0" smtClean="0">
                <a:solidFill>
                  <a:schemeClr val="tx1"/>
                </a:solidFill>
                <a:latin typeface="+mn-ea"/>
              </a:rPr>
              <a:t> 창립 이후 다양한 사업을 의욕적으로 전개하였으나 코로나</a:t>
            </a:r>
            <a:r>
              <a:rPr lang="en-US" altLang="ko-KR" sz="1500" dirty="0" smtClean="0">
                <a:solidFill>
                  <a:schemeClr val="tx1"/>
                </a:solidFill>
                <a:latin typeface="+mn-ea"/>
              </a:rPr>
              <a:t>19</a:t>
            </a:r>
            <a:r>
              <a:rPr lang="ko-KR" altLang="en-US" sz="1500" dirty="0" smtClean="0">
                <a:solidFill>
                  <a:schemeClr val="tx1"/>
                </a:solidFill>
                <a:latin typeface="+mn-ea"/>
              </a:rPr>
              <a:t>로 인해 </a:t>
            </a:r>
            <a:r>
              <a:rPr lang="ko-KR" altLang="en-US" sz="1500" dirty="0" err="1" smtClean="0">
                <a:solidFill>
                  <a:schemeClr val="tx1"/>
                </a:solidFill>
                <a:latin typeface="+mn-ea"/>
              </a:rPr>
              <a:t>대중모임이</a:t>
            </a:r>
            <a:r>
              <a:rPr lang="ko-KR" altLang="en-US" sz="1500" dirty="0" smtClean="0">
                <a:solidFill>
                  <a:schemeClr val="tx1"/>
                </a:solidFill>
                <a:latin typeface="+mn-ea"/>
              </a:rPr>
              <a:t> 불가능한 시기를 거치면서 계획했던 일들을 제대로 진행시키지 못한 상황에 대한 아쉬움 속에서 새로운 전기를 마련하기 위한 방안에 대해 이야기를 나눴습니다</a:t>
            </a:r>
            <a:r>
              <a:rPr lang="en-US" altLang="ko-KR" sz="1500" dirty="0" smtClean="0">
                <a:solidFill>
                  <a:schemeClr val="tx1"/>
                </a:solidFill>
                <a:latin typeface="+mn-ea"/>
              </a:rPr>
              <a:t>. </a:t>
            </a:r>
          </a:p>
          <a:p>
            <a:pPr>
              <a:lnSpc>
                <a:spcPct val="150000"/>
              </a:lnSpc>
            </a:pPr>
            <a:endParaRPr lang="en-US" altLang="ko-KR" sz="15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1500" dirty="0" smtClean="0">
                <a:solidFill>
                  <a:schemeClr val="tx1"/>
                </a:solidFill>
                <a:latin typeface="+mn-ea"/>
              </a:rPr>
              <a:t>특히 평화가 심각하게 위협받고 있는 국제적인 상황과 함께 한반도에서도 화해와 평화의 전기를 마련하지 못하는 상황에 대한 공유 속에서 우리가 해야 할 일을 꾸준히 실천하면서 특히 새로운 세대를 양성하기 위한 사업 발굴과 </a:t>
            </a:r>
            <a:r>
              <a:rPr lang="ko-KR" altLang="en-US" sz="1500" dirty="0" err="1" smtClean="0">
                <a:solidFill>
                  <a:schemeClr val="tx1"/>
                </a:solidFill>
                <a:latin typeface="+mn-ea"/>
              </a:rPr>
              <a:t>팍스크리스티코리아를</a:t>
            </a:r>
            <a:r>
              <a:rPr lang="ko-KR" altLang="en-US" sz="1500" dirty="0" smtClean="0">
                <a:solidFill>
                  <a:schemeClr val="tx1"/>
                </a:solidFill>
                <a:latin typeface="+mn-ea"/>
              </a:rPr>
              <a:t> 더 널리 알리고 많은 분들이 참여</a:t>
            </a:r>
            <a:r>
              <a:rPr lang="en-US" altLang="ko-KR" sz="1500" dirty="0" smtClean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500" dirty="0" smtClean="0">
                <a:solidFill>
                  <a:schemeClr val="tx1"/>
                </a:solidFill>
                <a:latin typeface="+mn-ea"/>
              </a:rPr>
              <a:t>활동 할 수 있는 방안을 마련해야 한다는 점에 대해 의견을 모았습니다</a:t>
            </a:r>
            <a:r>
              <a:rPr lang="en-US" altLang="ko-KR" sz="1500" dirty="0" smtClean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5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1500" dirty="0" smtClean="0">
                <a:solidFill>
                  <a:schemeClr val="tx1"/>
                </a:solidFill>
                <a:latin typeface="+mn-ea"/>
              </a:rPr>
              <a:t>토론회를 마치고 공동대표이신 박동호 신부님과 </a:t>
            </a:r>
            <a:r>
              <a:rPr lang="ko-KR" altLang="en-US" sz="1500" dirty="0" err="1" smtClean="0">
                <a:solidFill>
                  <a:schemeClr val="tx1"/>
                </a:solidFill>
                <a:latin typeface="+mn-ea"/>
              </a:rPr>
              <a:t>한경호</a:t>
            </a:r>
            <a:r>
              <a:rPr lang="ko-KR" altLang="en-US" sz="1500" dirty="0" smtClean="0">
                <a:solidFill>
                  <a:schemeClr val="tx1"/>
                </a:solidFill>
                <a:latin typeface="+mn-ea"/>
              </a:rPr>
              <a:t> 신부님의 공동집전으로 감사 미사를 봉헌하였고</a:t>
            </a:r>
            <a:r>
              <a:rPr lang="en-US" altLang="ko-KR" sz="1500" dirty="0" smtClean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500" dirty="0" smtClean="0">
                <a:solidFill>
                  <a:schemeClr val="tx1"/>
                </a:solidFill>
                <a:latin typeface="+mn-ea"/>
              </a:rPr>
              <a:t>미사 말미에 서울대교구 </a:t>
            </a:r>
            <a:r>
              <a:rPr lang="ko-KR" altLang="en-US" sz="1500" dirty="0" err="1" smtClean="0">
                <a:solidFill>
                  <a:schemeClr val="tx1"/>
                </a:solidFill>
                <a:latin typeface="+mn-ea"/>
              </a:rPr>
              <a:t>유경촌</a:t>
            </a:r>
            <a:r>
              <a:rPr lang="ko-KR" altLang="en-US" sz="1500" dirty="0" smtClean="0">
                <a:solidFill>
                  <a:schemeClr val="tx1"/>
                </a:solidFill>
                <a:latin typeface="+mn-ea"/>
              </a:rPr>
              <a:t> 주교님께서는 인사와 당부 말씀도 주셨습니다</a:t>
            </a:r>
            <a:r>
              <a:rPr lang="en-US" altLang="ko-KR" sz="1500" dirty="0" smtClean="0">
                <a:solidFill>
                  <a:schemeClr val="tx1"/>
                </a:solidFill>
                <a:latin typeface="+mn-ea"/>
              </a:rPr>
              <a:t>. </a:t>
            </a: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07653"/>
            <a:ext cx="5400675" cy="3042047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3" y="4349699"/>
            <a:ext cx="5398472" cy="3040806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01" y="7390505"/>
            <a:ext cx="5400673" cy="3042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03247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793" y="0"/>
            <a:ext cx="10799763" cy="1308100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0000" rtlCol="0" anchor="ctr"/>
          <a:lstStyle/>
          <a:p>
            <a:pPr algn="r"/>
            <a:r>
              <a:rPr lang="ko-KR" altLang="en-US" sz="3200" b="1" spc="-200" dirty="0" smtClean="0">
                <a:latin typeface="KBIZ한마음고딕 L" panose="02020503020101020101" pitchFamily="18" charset="-127"/>
                <a:ea typeface="KBIZ한마음고딕 L" panose="02020503020101020101" pitchFamily="18" charset="-127"/>
              </a:rPr>
              <a:t>세계 평화의 날 교황 담화를 활용한</a:t>
            </a:r>
            <a:endParaRPr lang="en-US" altLang="ko-KR" sz="3200" b="1" spc="-200" dirty="0" smtClean="0">
              <a:latin typeface="KBIZ한마음고딕 L" panose="02020503020101020101" pitchFamily="18" charset="-127"/>
              <a:ea typeface="KBIZ한마음고딕 L" panose="02020503020101020101" pitchFamily="18" charset="-127"/>
            </a:endParaRPr>
          </a:p>
          <a:p>
            <a:pPr algn="r"/>
            <a:r>
              <a:rPr lang="en-US" altLang="ko-KR" sz="3200" b="1" spc="-200" dirty="0" smtClean="0">
                <a:solidFill>
                  <a:schemeClr val="accent1">
                    <a:lumMod val="20000"/>
                    <a:lumOff val="80000"/>
                  </a:schemeClr>
                </a:solidFill>
                <a:latin typeface="KBIZ한마음고딕 L" panose="02020503020101020101" pitchFamily="18" charset="-127"/>
                <a:ea typeface="KBIZ한마음고딕 L" panose="02020503020101020101" pitchFamily="18" charset="-127"/>
              </a:rPr>
              <a:t>“</a:t>
            </a:r>
            <a:r>
              <a:rPr lang="ko-KR" altLang="en-US" sz="3200" b="1" spc="-200" dirty="0" smtClean="0">
                <a:solidFill>
                  <a:schemeClr val="accent1">
                    <a:lumMod val="20000"/>
                    <a:lumOff val="80000"/>
                  </a:schemeClr>
                </a:solidFill>
                <a:latin typeface="KBIZ한마음고딕 L" panose="02020503020101020101" pitchFamily="18" charset="-127"/>
                <a:ea typeface="KBIZ한마음고딕 L" panose="02020503020101020101" pitchFamily="18" charset="-127"/>
              </a:rPr>
              <a:t>가톨릭 평화론 </a:t>
            </a:r>
            <a:r>
              <a:rPr lang="ko-KR" altLang="en-US" sz="3200" b="1" spc="-200" dirty="0" err="1" smtClean="0">
                <a:solidFill>
                  <a:schemeClr val="accent1">
                    <a:lumMod val="20000"/>
                    <a:lumOff val="80000"/>
                  </a:schemeClr>
                </a:solidFill>
                <a:latin typeface="KBIZ한마음고딕 L" panose="02020503020101020101" pitchFamily="18" charset="-127"/>
                <a:ea typeface="KBIZ한마음고딕 L" panose="02020503020101020101" pitchFamily="18" charset="-127"/>
              </a:rPr>
              <a:t>공부법</a:t>
            </a:r>
            <a:r>
              <a:rPr lang="en-US" altLang="ko-KR" sz="3200" b="1" spc="-200" dirty="0" smtClean="0">
                <a:solidFill>
                  <a:schemeClr val="accent1">
                    <a:lumMod val="20000"/>
                    <a:lumOff val="80000"/>
                  </a:schemeClr>
                </a:solidFill>
                <a:latin typeface="KBIZ한마음고딕 L" panose="02020503020101020101" pitchFamily="18" charset="-127"/>
                <a:ea typeface="KBIZ한마음고딕 L" panose="02020503020101020101" pitchFamily="18" charset="-127"/>
              </a:rPr>
              <a:t>” </a:t>
            </a:r>
            <a:r>
              <a:rPr lang="ko-KR" altLang="en-US" sz="3200" b="1" spc="-200" dirty="0" smtClean="0">
                <a:solidFill>
                  <a:schemeClr val="accent1">
                    <a:lumMod val="20000"/>
                    <a:lumOff val="80000"/>
                  </a:schemeClr>
                </a:solidFill>
                <a:latin typeface="KBIZ한마음고딕 L" panose="02020503020101020101" pitchFamily="18" charset="-127"/>
                <a:ea typeface="KBIZ한마음고딕 L" panose="02020503020101020101" pitchFamily="18" charset="-127"/>
              </a:rPr>
              <a:t>온라인 강좌를 시작합니다</a:t>
            </a:r>
            <a:r>
              <a:rPr lang="en-US" altLang="ko-KR" sz="3200" b="1" spc="-200" dirty="0" smtClean="0">
                <a:solidFill>
                  <a:schemeClr val="accent1">
                    <a:lumMod val="20000"/>
                    <a:lumOff val="80000"/>
                  </a:schemeClr>
                </a:solidFill>
                <a:latin typeface="KBIZ한마음고딕 L" panose="02020503020101020101" pitchFamily="18" charset="-127"/>
                <a:ea typeface="KBIZ한마음고딕 L" panose="02020503020101020101" pitchFamily="18" charset="-127"/>
              </a:rPr>
              <a:t>.</a:t>
            </a:r>
            <a:endParaRPr lang="en-US" altLang="ko-KR" sz="1800" b="1" spc="-200" dirty="0" smtClean="0">
              <a:solidFill>
                <a:schemeClr val="accent1">
                  <a:lumMod val="20000"/>
                  <a:lumOff val="80000"/>
                </a:schemeClr>
              </a:solidFill>
              <a:latin typeface="KBIZ한마음고딕 L" panose="02020503020101020101" pitchFamily="18" charset="-127"/>
              <a:ea typeface="KBIZ한마음고딕 L" panose="02020503020101020101" pitchFamily="18" charset="-127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6066"/>
            <a:ext cx="2310607" cy="1135967"/>
          </a:xfrm>
          <a:prstGeom prst="rect">
            <a:avLst/>
          </a:prstGeom>
        </p:spPr>
      </p:pic>
      <p:sp>
        <p:nvSpPr>
          <p:cNvPr id="8" name="직사각형 7"/>
          <p:cNvSpPr/>
          <p:nvPr/>
        </p:nvSpPr>
        <p:spPr>
          <a:xfrm>
            <a:off x="7118748" y="1308099"/>
            <a:ext cx="3681807" cy="912524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1500" dirty="0" smtClean="0">
                <a:solidFill>
                  <a:schemeClr val="tx1"/>
                </a:solidFill>
                <a:latin typeface="+mn-ea"/>
              </a:rPr>
              <a:t>교황님께서는 매년 </a:t>
            </a:r>
            <a:r>
              <a:rPr lang="en-US" altLang="ko-KR" sz="1500" dirty="0" smtClean="0">
                <a:solidFill>
                  <a:schemeClr val="tx1"/>
                </a:solidFill>
                <a:latin typeface="+mn-ea"/>
              </a:rPr>
              <a:t>1</a:t>
            </a:r>
            <a:r>
              <a:rPr lang="ko-KR" altLang="en-US" sz="1500" dirty="0" smtClean="0">
                <a:solidFill>
                  <a:schemeClr val="tx1"/>
                </a:solidFill>
                <a:latin typeface="+mn-ea"/>
              </a:rPr>
              <a:t>월 </a:t>
            </a:r>
            <a:r>
              <a:rPr lang="en-US" altLang="ko-KR" sz="1500" dirty="0" smtClean="0">
                <a:solidFill>
                  <a:schemeClr val="tx1"/>
                </a:solidFill>
                <a:latin typeface="+mn-ea"/>
              </a:rPr>
              <a:t>1</a:t>
            </a:r>
            <a:r>
              <a:rPr lang="ko-KR" altLang="en-US" sz="1500" dirty="0" smtClean="0">
                <a:solidFill>
                  <a:schemeClr val="tx1"/>
                </a:solidFill>
                <a:latin typeface="+mn-ea"/>
              </a:rPr>
              <a:t>일 </a:t>
            </a:r>
            <a:r>
              <a:rPr lang="en-US" altLang="ko-KR" sz="1500" dirty="0" smtClean="0">
                <a:solidFill>
                  <a:schemeClr val="tx1"/>
                </a:solidFill>
                <a:latin typeface="+mn-ea"/>
              </a:rPr>
              <a:t>‘</a:t>
            </a:r>
            <a:r>
              <a:rPr lang="ko-KR" altLang="en-US" sz="1500" dirty="0" smtClean="0">
                <a:solidFill>
                  <a:schemeClr val="tx1"/>
                </a:solidFill>
                <a:latin typeface="+mn-ea"/>
              </a:rPr>
              <a:t>가톨릭 세계 평화의 날</a:t>
            </a:r>
            <a:r>
              <a:rPr lang="en-US" altLang="ko-KR" sz="1500" dirty="0" smtClean="0">
                <a:solidFill>
                  <a:schemeClr val="tx1"/>
                </a:solidFill>
                <a:latin typeface="+mn-ea"/>
              </a:rPr>
              <a:t>＇</a:t>
            </a:r>
            <a:r>
              <a:rPr lang="ko-KR" altLang="en-US" sz="1500" dirty="0" smtClean="0">
                <a:solidFill>
                  <a:schemeClr val="tx1"/>
                </a:solidFill>
                <a:latin typeface="+mn-ea"/>
              </a:rPr>
              <a:t>을 맞아 담화를 발표하십니다</a:t>
            </a:r>
            <a:r>
              <a:rPr lang="en-US" altLang="ko-KR" sz="1500" dirty="0" smtClean="0">
                <a:solidFill>
                  <a:schemeClr val="tx1"/>
                </a:solidFill>
                <a:latin typeface="+mn-ea"/>
              </a:rPr>
              <a:t>. </a:t>
            </a:r>
          </a:p>
          <a:p>
            <a:pPr>
              <a:lnSpc>
                <a:spcPct val="150000"/>
              </a:lnSpc>
            </a:pPr>
            <a:endParaRPr lang="en-US" altLang="ko-KR" sz="15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1500" dirty="0" smtClean="0">
                <a:solidFill>
                  <a:schemeClr val="tx1"/>
                </a:solidFill>
                <a:latin typeface="+mn-ea"/>
              </a:rPr>
              <a:t>그동안 발표된 평화의 날 담화를 중심으로 </a:t>
            </a:r>
            <a:r>
              <a:rPr lang="en-US" altLang="ko-KR" sz="1500" dirty="0" smtClean="0">
                <a:solidFill>
                  <a:schemeClr val="tx1"/>
                </a:solidFill>
                <a:latin typeface="+mn-ea"/>
              </a:rPr>
              <a:t>‘</a:t>
            </a:r>
            <a:r>
              <a:rPr lang="ko-KR" altLang="en-US" sz="1500" dirty="0" smtClean="0">
                <a:solidFill>
                  <a:schemeClr val="tx1"/>
                </a:solidFill>
                <a:latin typeface="+mn-ea"/>
              </a:rPr>
              <a:t>가톨릭 평화론</a:t>
            </a:r>
            <a:r>
              <a:rPr lang="en-US" altLang="ko-KR" sz="1500" dirty="0" smtClean="0">
                <a:solidFill>
                  <a:schemeClr val="tx1"/>
                </a:solidFill>
                <a:latin typeface="+mn-ea"/>
              </a:rPr>
              <a:t>＇</a:t>
            </a:r>
            <a:r>
              <a:rPr lang="ko-KR" altLang="en-US" sz="1500" dirty="0" smtClean="0">
                <a:solidFill>
                  <a:schemeClr val="tx1"/>
                </a:solidFill>
                <a:latin typeface="+mn-ea"/>
              </a:rPr>
              <a:t>을 어떻게 공부해 나갈지 고민하는 온라인 강좌를 시작합니다</a:t>
            </a:r>
            <a:r>
              <a:rPr lang="en-US" altLang="ko-KR" sz="1500" dirty="0" smtClean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5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1500" dirty="0" smtClean="0">
                <a:solidFill>
                  <a:schemeClr val="tx1"/>
                </a:solidFill>
                <a:latin typeface="+mn-ea"/>
              </a:rPr>
              <a:t>수강 신청은 </a:t>
            </a:r>
            <a:r>
              <a:rPr lang="en-US" altLang="ko-KR" sz="1500" dirty="0" smtClean="0">
                <a:solidFill>
                  <a:schemeClr val="tx1"/>
                </a:solidFill>
                <a:latin typeface="+mn-ea"/>
                <a:hlinkClick r:id="rId3"/>
              </a:rPr>
              <a:t>http://bit.ly/</a:t>
            </a:r>
            <a:r>
              <a:rPr lang="ko-KR" altLang="en-US" sz="1500" dirty="0" smtClean="0">
                <a:solidFill>
                  <a:schemeClr val="tx1"/>
                </a:solidFill>
                <a:latin typeface="+mn-ea"/>
              </a:rPr>
              <a:t>가톨릭평화론 으로 접속하시면 됩니다</a:t>
            </a:r>
            <a:r>
              <a:rPr lang="en-US" altLang="ko-KR" sz="1500" dirty="0" smtClean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5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1500" dirty="0" smtClean="0">
                <a:solidFill>
                  <a:schemeClr val="tx1"/>
                </a:solidFill>
                <a:latin typeface="+mn-ea"/>
              </a:rPr>
              <a:t>본 강좌는 </a:t>
            </a:r>
            <a:r>
              <a:rPr lang="en-US" altLang="ko-KR" sz="1500" dirty="0" smtClean="0">
                <a:solidFill>
                  <a:schemeClr val="tx1"/>
                </a:solidFill>
                <a:latin typeface="+mn-ea"/>
              </a:rPr>
              <a:t>9</a:t>
            </a:r>
            <a:r>
              <a:rPr lang="ko-KR" altLang="en-US" sz="1500" dirty="0" smtClean="0">
                <a:solidFill>
                  <a:schemeClr val="tx1"/>
                </a:solidFill>
                <a:latin typeface="+mn-ea"/>
              </a:rPr>
              <a:t>월 </a:t>
            </a:r>
            <a:r>
              <a:rPr lang="en-US" altLang="ko-KR" sz="1500" dirty="0" smtClean="0">
                <a:solidFill>
                  <a:schemeClr val="tx1"/>
                </a:solidFill>
                <a:latin typeface="+mn-ea"/>
              </a:rPr>
              <a:t>7</a:t>
            </a:r>
            <a:r>
              <a:rPr lang="ko-KR" altLang="en-US" sz="1500" dirty="0" smtClean="0">
                <a:solidFill>
                  <a:schemeClr val="tx1"/>
                </a:solidFill>
                <a:latin typeface="+mn-ea"/>
              </a:rPr>
              <a:t>일부터 </a:t>
            </a:r>
            <a:r>
              <a:rPr lang="en-US" altLang="ko-KR" sz="1500" dirty="0" smtClean="0">
                <a:solidFill>
                  <a:schemeClr val="tx1"/>
                </a:solidFill>
                <a:latin typeface="+mn-ea"/>
              </a:rPr>
              <a:t>9</a:t>
            </a:r>
            <a:r>
              <a:rPr lang="ko-KR" altLang="en-US" sz="1500" dirty="0" smtClean="0">
                <a:solidFill>
                  <a:schemeClr val="tx1"/>
                </a:solidFill>
                <a:latin typeface="+mn-ea"/>
              </a:rPr>
              <a:t>월 </a:t>
            </a:r>
            <a:r>
              <a:rPr lang="en-US" altLang="ko-KR" sz="1500" dirty="0" smtClean="0">
                <a:solidFill>
                  <a:schemeClr val="tx1"/>
                </a:solidFill>
                <a:latin typeface="+mn-ea"/>
              </a:rPr>
              <a:t>28</a:t>
            </a:r>
            <a:r>
              <a:rPr lang="ko-KR" altLang="en-US" sz="1500" dirty="0" smtClean="0">
                <a:solidFill>
                  <a:schemeClr val="tx1"/>
                </a:solidFill>
                <a:latin typeface="+mn-ea"/>
              </a:rPr>
              <a:t>일까지 매주 수요일 오후 </a:t>
            </a:r>
            <a:r>
              <a:rPr lang="en-US" altLang="ko-KR" sz="1500" dirty="0" smtClean="0">
                <a:solidFill>
                  <a:schemeClr val="tx1"/>
                </a:solidFill>
                <a:latin typeface="+mn-ea"/>
              </a:rPr>
              <a:t>7</a:t>
            </a:r>
            <a:r>
              <a:rPr lang="ko-KR" altLang="en-US" sz="1500" dirty="0" smtClean="0">
                <a:solidFill>
                  <a:schemeClr val="tx1"/>
                </a:solidFill>
                <a:latin typeface="+mn-ea"/>
              </a:rPr>
              <a:t>시</a:t>
            </a:r>
            <a:r>
              <a:rPr lang="en-US" altLang="ko-KR" sz="1500" dirty="0" smtClean="0">
                <a:solidFill>
                  <a:schemeClr val="tx1"/>
                </a:solidFill>
                <a:latin typeface="+mn-ea"/>
              </a:rPr>
              <a:t>30</a:t>
            </a:r>
            <a:r>
              <a:rPr lang="ko-KR" altLang="en-US" sz="1500" dirty="0" smtClean="0">
                <a:solidFill>
                  <a:schemeClr val="tx1"/>
                </a:solidFill>
                <a:latin typeface="+mn-ea"/>
              </a:rPr>
              <a:t>분에 </a:t>
            </a:r>
            <a:r>
              <a:rPr lang="en-US" altLang="ko-KR" sz="1500" dirty="0" smtClean="0">
                <a:solidFill>
                  <a:schemeClr val="tx1"/>
                </a:solidFill>
                <a:latin typeface="+mn-ea"/>
              </a:rPr>
              <a:t>Zoom</a:t>
            </a:r>
            <a:r>
              <a:rPr lang="ko-KR" altLang="en-US" sz="1500" dirty="0" smtClean="0">
                <a:solidFill>
                  <a:schemeClr val="tx1"/>
                </a:solidFill>
                <a:latin typeface="+mn-ea"/>
              </a:rPr>
              <a:t>을</a:t>
            </a:r>
            <a:r>
              <a:rPr lang="en-US" altLang="ko-KR" sz="15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500" dirty="0" smtClean="0">
                <a:solidFill>
                  <a:schemeClr val="tx1"/>
                </a:solidFill>
                <a:latin typeface="+mn-ea"/>
              </a:rPr>
              <a:t>활용하여 온라인 강좌로 진행됩니다</a:t>
            </a:r>
            <a:r>
              <a:rPr lang="en-US" altLang="ko-KR" sz="1500" dirty="0" smtClean="0">
                <a:solidFill>
                  <a:schemeClr val="tx1"/>
                </a:solidFill>
                <a:latin typeface="+mn-ea"/>
              </a:rPr>
              <a:t>.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08098"/>
            <a:ext cx="7118749" cy="9491665"/>
          </a:xfrm>
          <a:prstGeom prst="rect">
            <a:avLst/>
          </a:prstGeom>
        </p:spPr>
      </p:pic>
      <p:sp>
        <p:nvSpPr>
          <p:cNvPr id="12" name="직사각형 11"/>
          <p:cNvSpPr/>
          <p:nvPr/>
        </p:nvSpPr>
        <p:spPr>
          <a:xfrm>
            <a:off x="0" y="10433346"/>
            <a:ext cx="10800556" cy="366417"/>
          </a:xfrm>
          <a:prstGeom prst="rect">
            <a:avLst/>
          </a:prstGeom>
          <a:solidFill>
            <a:srgbClr val="7F6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http://paxchristikorea.org</a:t>
            </a:r>
            <a:endParaRPr lang="ko-KR" altLang="en-US" sz="2000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248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89</TotalTime>
  <Words>518</Words>
  <Application>Microsoft Office PowerPoint</Application>
  <PresentationFormat>사용자 지정</PresentationFormat>
  <Paragraphs>39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11" baseType="lpstr">
      <vt:lpstr>KBIZ한마음고딕 L</vt:lpstr>
      <vt:lpstr>맑은 고딕</vt:lpstr>
      <vt:lpstr>Arial</vt:lpstr>
      <vt:lpstr>Baskerville Old Face</vt:lpstr>
      <vt:lpstr>Calibri</vt:lpstr>
      <vt:lpstr>Calibri Light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이은석</dc:creator>
  <cp:lastModifiedBy>이은석</cp:lastModifiedBy>
  <cp:revision>15</cp:revision>
  <dcterms:created xsi:type="dcterms:W3CDTF">2022-08-22T02:16:53Z</dcterms:created>
  <dcterms:modified xsi:type="dcterms:W3CDTF">2022-08-22T03:46:53Z</dcterms:modified>
</cp:coreProperties>
</file>